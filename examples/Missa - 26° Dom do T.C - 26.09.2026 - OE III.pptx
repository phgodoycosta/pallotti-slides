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6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1" name="Imagem 3"/>
          <p:cNvPicPr/>
          <p:nvPr/>
        </p:nvPicPr>
        <p:blipFill>
          <a:blip r:embed="rId1">
            <a:alphaModFix amt="50000"/>
          </a:blip>
          <a:srcRect l="0" t="10384" r="0" b="1038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90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DE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CARINHO E RESPEITO,</a:t>
            </a:r>
            <a:br>
              <a:rPr sz="6000"/>
            </a:br>
            <a:r>
              <a:rPr lang="de-DE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DESLIGUE O SEU CELULAR!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3"/>
          <p:cNvPicPr/>
          <p:nvPr/>
        </p:nvPicPr>
        <p:blipFill>
          <a:blip r:embed="rId1"/>
          <a:srcRect l="0" t="10384" r="0" b="1038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320080"/>
            <a:ext cx="12191760" cy="736200"/>
          </a:xfrm>
          <a:prstGeom prst="rect">
            <a:avLst/>
          </a:prstGeom>
          <a:solidFill>
            <a:schemeClr val="lt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5" name="CaixaDeTexto 2"/>
          <p:cNvSpPr/>
          <p:nvPr/>
        </p:nvSpPr>
        <p:spPr>
          <a:xfrm>
            <a:off x="523800" y="5317200"/>
            <a:ext cx="1121040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ptos Display"/>
              </a:rPr>
              <a:t>26° Domingo do Tempo Comum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" name="Straight Connector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5241960"/>
            <a:ext cx="12192120" cy="360"/>
          </a:xfrm>
          <a:prstGeom prst="straightConnector1">
            <a:avLst/>
          </a:prstGeom>
          <a:ln w="41275">
            <a:solidFill>
              <a:schemeClr val="lt1">
                <a:alpha val="90000"/>
              </a:schemeClr>
            </a:solidFill>
          </a:ln>
        </p:spPr>
      </p:cxnSp>
      <p:cxnSp>
        <p:nvCxnSpPr>
          <p:cNvPr id="67" name="Straight 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134760"/>
            <a:ext cx="12192120" cy="360"/>
          </a:xfrm>
          <a:prstGeom prst="straightConnector1">
            <a:avLst/>
          </a:prstGeom>
          <a:ln w="41275">
            <a:solidFill>
              <a:schemeClr val="lt1">
                <a:alpha val="90000"/>
              </a:schemeClr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114480" y="124848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Ó luz do Senhor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Que vem sobre a terra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Inunda meu ser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Permanece em nós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CaixaDeTexto 4"/>
          <p:cNvSpPr/>
          <p:nvPr/>
        </p:nvSpPr>
        <p:spPr>
          <a:xfrm>
            <a:off x="240120" y="213480"/>
            <a:ext cx="15512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Mantra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383760" y="1396080"/>
            <a:ext cx="11423520" cy="47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Me chamaste para caminhar na vida contigo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Decidi para sempre seguir-te, não voltar atrás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Me puseste uma brasa no peito e uma flecha na alma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É difícil agora viver sem lembrar-me de ti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Canto de Entrada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383760" y="1230120"/>
            <a:ext cx="1142352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 amarei, Senhor, te amarei, Senhor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só encontro a paz e a alegria bem perto de ti (te amarei)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 amarei Senhor, te amarei Senhor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só encontro a paz e a alegria bem perto de ti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Canto de Entrada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383760" y="1396080"/>
            <a:ext cx="11423520" cy="47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pensei muitas vezes calar e não dar nem resposta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pensei na fuga esconder-me, ir longe de ti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Mas tua força venceu e, ao final, eu fiquei seduzido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É difícil agora viver sem saudades de ti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7" name="CaixaDeTexto 1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Canto de Entrada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383760" y="1230120"/>
            <a:ext cx="1142352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 amarei, Senhor, te amarei, Senhor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só encontro a paz e a alegria bem perto de ti (te amarei)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 amarei Senhor, te amarei Senhor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só encontro a paz e a alegria bem perto de ti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" name="CaixaDeTexto 5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Canto de Entrada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8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114480" y="124848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Eu confesso a Deus e a vós irmãos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Tantas vezes pequei, não fui fiel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Pensamentos e palavras, atitudes e omissões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Por minha culpa, tão grande culpa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Ato Penitencial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114480" y="124848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 piedade! Cristo, piedade!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Tem piedade ó Senhor!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 piedade! Cristo, piedade!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Tem piedade ó Senhor!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5" name="CaixaDeTexto 6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Ato Penitencial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114480" y="99576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Peço à Virgem Maria, nossa mãe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 a vós meus irmãos, rogueis por mim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 Deus pai que nos perdoa e nos sustenta em suas mãos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Por seu amor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Tão grande amor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CaixaDeTexto 7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Ato Penitencial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114480" y="124848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 piedade! Cristo, piedade!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Tem piedade ó Senhor!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 piedade! Cristo, piedade!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Tem piedade ó Senhor!</a:t>
            </a: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9" name="CaixaDeTexto 8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Ato Penitencial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9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180000" y="81576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Glória, glória, glória, glória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 a Deus lá nas alturas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Paz na terra aos seus amados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 vos louvam Rei celeste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Os que foram libertados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CaixaDeTexto 9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Glória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115920" y="90000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Deus e Pai nós Vos louvamos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Adoramos, bendizemos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Damos glória ao Vosso nome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Vossos dons agradecemos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Glória, glória, glória, glória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5" name="CaixaDeTexto 10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Glória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248040" y="81576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Senhor, nosso Jesus Cristo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Unigênito do Pai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Voz de Deus, Cordeiro Santo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Nossas culpas, perdoai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" name="CaixaDeTexto 11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Glória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115920" y="90000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Vós que estais junto do Pai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Como nosso intercessor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Acolhei nossos pedidos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Atendei nosso clamor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Glória, glória, glória, glória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9" name="CaixaDeTexto 12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Glória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114480" y="995760"/>
            <a:ext cx="1194408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Vós somente sois o Santo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Altíssimo, o Senhor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 o Espírito Divino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De Deus Pai no esplendor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Glória, glória, glória, glória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CaixaDeTexto 13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Glória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3" name="Imagem 1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Espaço Reservado para Conteúdo 3"/>
          <p:cNvPicPr/>
          <p:nvPr/>
        </p:nvPicPr>
        <p:blipFill>
          <a:blip r:embed="rId1"/>
          <a:srcRect l="404" t="27750" r="-564" b="25162"/>
          <a:stretch/>
        </p:blipFill>
        <p:spPr>
          <a:xfrm>
            <a:off x="-107280" y="-435600"/>
            <a:ext cx="12428280" cy="73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tângulo 5"/>
          <p:cNvSpPr/>
          <p:nvPr/>
        </p:nvSpPr>
        <p:spPr>
          <a:xfrm>
            <a:off x="-107280" y="5573520"/>
            <a:ext cx="12299400" cy="1294200"/>
          </a:xfrm>
          <a:prstGeom prst="rect">
            <a:avLst/>
          </a:prstGeom>
          <a:solidFill>
            <a:schemeClr val="tx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6" name="CaixaDeTexto 4"/>
          <p:cNvSpPr/>
          <p:nvPr/>
        </p:nvSpPr>
        <p:spPr>
          <a:xfrm>
            <a:off x="2375280" y="5712840"/>
            <a:ext cx="74412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6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Ez 18,25-28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838080" y="570960"/>
            <a:ext cx="10515240" cy="56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Palavra do Senhor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Graças a Deus!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1135440" y="431640"/>
            <a:ext cx="9911160" cy="56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Salmo </a:t>
            </a:r>
            <a:r>
              <a:rPr lang="pt-BR" sz="4800" b="0" u="none" strike="noStrike">
                <a:solidFill>
                  <a:srgbClr val="FF0000"/>
                </a:solidFill>
                <a:effectLst/>
                <a:uFillTx/>
                <a:latin typeface="Aptos"/>
                <a:ea typeface="Aptos"/>
              </a:rPr>
              <a:t>24(25)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Recordai, Senhor meu Deus, vossa ternura e compaixão!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Espaço Reservado para Conteúdo 3"/>
          <p:cNvPicPr/>
          <p:nvPr/>
        </p:nvPicPr>
        <p:blipFill>
          <a:blip r:embed="rId1"/>
          <a:srcRect l="278" t="50830" r="-278" b="17922"/>
          <a:stretch/>
        </p:blipFill>
        <p:spPr>
          <a:xfrm>
            <a:off x="-114840" y="0"/>
            <a:ext cx="12340440" cy="68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tângulo 5"/>
          <p:cNvSpPr/>
          <p:nvPr/>
        </p:nvSpPr>
        <p:spPr>
          <a:xfrm>
            <a:off x="-114840" y="5313240"/>
            <a:ext cx="12306600" cy="1544400"/>
          </a:xfrm>
          <a:prstGeom prst="rect">
            <a:avLst/>
          </a:prstGeom>
          <a:solidFill>
            <a:schemeClr val="tx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1" name="CaixaDeTexto 4"/>
          <p:cNvSpPr/>
          <p:nvPr/>
        </p:nvSpPr>
        <p:spPr>
          <a:xfrm>
            <a:off x="1614240" y="5623920"/>
            <a:ext cx="89632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54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Fl 2,1-11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/>
          </p:nvPr>
        </p:nvSpPr>
        <p:spPr>
          <a:xfrm>
            <a:off x="838080" y="570960"/>
            <a:ext cx="10515240" cy="56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Palavra do Senhor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Graças a Deus!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114480" y="1130760"/>
            <a:ext cx="11944080" cy="518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Aleluia, aleluia, aleluia, aleluia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Aclamação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Glória a vós, Senhor!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17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etângulo 1"/>
          <p:cNvSpPr/>
          <p:nvPr/>
        </p:nvSpPr>
        <p:spPr>
          <a:xfrm>
            <a:off x="-2160" y="5302800"/>
            <a:ext cx="12192840" cy="1554840"/>
          </a:xfrm>
          <a:prstGeom prst="rect">
            <a:avLst/>
          </a:prstGeom>
          <a:solidFill>
            <a:schemeClr val="tx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9" name="CaixaDeTexto 2"/>
          <p:cNvSpPr/>
          <p:nvPr/>
        </p:nvSpPr>
        <p:spPr>
          <a:xfrm>
            <a:off x="3836880" y="5572440"/>
            <a:ext cx="45180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600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Mt 21,28-32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Glória a vós, Senhor!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22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/>
          </p:nvPr>
        </p:nvSpPr>
        <p:spPr>
          <a:xfrm>
            <a:off x="838080" y="1621080"/>
            <a:ext cx="10515240" cy="413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Vinde em nosso auxílio, Senhor!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4" name="CaixaDeTexto 3"/>
          <p:cNvSpPr/>
          <p:nvPr/>
        </p:nvSpPr>
        <p:spPr>
          <a:xfrm>
            <a:off x="240120" y="213480"/>
            <a:ext cx="3809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Preces da Assembleia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26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838080" y="952200"/>
            <a:ext cx="10515240" cy="508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Recebei</a:t>
            </a: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, Senhor, minha oferta! Não é uma esmola porque não sois mendigo. Não é uma contribuição porque não precisais. Não é resto que me sobra que vos ofereço.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8" name="CaixaDeTexto 3"/>
          <p:cNvSpPr/>
          <p:nvPr/>
        </p:nvSpPr>
        <p:spPr>
          <a:xfrm>
            <a:off x="240120" y="213480"/>
            <a:ext cx="3809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Oração da Partilha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838080" y="952200"/>
            <a:ext cx="10515240" cy="508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Esta</a:t>
            </a: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importância representa, Senhor, meu Reconhecimento, meu amor! Pois se tenho é porque me destes. AMÉM!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0" name="CaixaDeTexto 3"/>
          <p:cNvSpPr/>
          <p:nvPr/>
        </p:nvSpPr>
        <p:spPr>
          <a:xfrm>
            <a:off x="240120" y="213480"/>
            <a:ext cx="3809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Oração da Partilha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32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992160" y="1047600"/>
            <a:ext cx="1017324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Um coração para amar, pra perdoar e sentir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Para chorar e sorrir, ao me criar Tu me destes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Um coração pra sonhar, inquieto e sempre a bater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Ansioso por entender as coisas que Tu disseste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4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Ofertório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Eis o que eu venho Te dar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Eis o que eu ponho no altar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Toma, Senhor, que ele é Teu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Meu coração não é meu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6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Ofertório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/>
          </p:nvPr>
        </p:nvSpPr>
        <p:spPr>
          <a:xfrm>
            <a:off x="992160" y="1047600"/>
            <a:ext cx="1017324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Quero que o meu coração seja tão cheio de paz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Que não se sinta capaz de sentir ódio ou rancor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Quero que a minha oração possa me amadurecer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Leve-me a compreender as consequências do amor</a:t>
            </a: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8" name="CaixaDeTexto 14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Ofertório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Eis o que eu venho Te dar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Eis o que eu ponho no altar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Toma, Senhor, que ele é Teu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Meu coração não é meu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0" name="CaixaDeTexto 15"/>
          <p:cNvSpPr/>
          <p:nvPr/>
        </p:nvSpPr>
        <p:spPr>
          <a:xfrm>
            <a:off x="240120" y="213480"/>
            <a:ext cx="3038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Ofertório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42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838080" y="775440"/>
            <a:ext cx="10515240" cy="540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Receba o Senhor por tuas mãos este sacrifício, para glória do seu nome, para nosso bem e de toda a sua santa Igreja!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45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/>
          </p:nvPr>
        </p:nvSpPr>
        <p:spPr>
          <a:xfrm>
            <a:off x="838080" y="314640"/>
            <a:ext cx="10515240" cy="628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Senhor esteja convosco. </a:t>
            </a:r>
            <a:br>
              <a:rPr sz="4800"/>
            </a:br>
            <a:r>
              <a:rPr lang="pt-BR" sz="4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Ele está no meio de nós!</a:t>
            </a:r>
            <a:br>
              <a:rPr sz="4800"/>
            </a:br>
            <a:br>
              <a:rPr sz="4800"/>
            </a:br>
            <a:r>
              <a:rPr lang="pt-BR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Corações ao alto! </a:t>
            </a:r>
            <a:br>
              <a:rPr sz="4800"/>
            </a:br>
            <a:r>
              <a:rPr lang="pt-BR" sz="4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 </a:t>
            </a: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nosso coração está em Deus!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Demos graças ao Senhor, nosso Deus!</a:t>
            </a:r>
            <a:br>
              <a:rPr sz="4800"/>
            </a:br>
            <a:r>
              <a:rPr lang="pt-BR" sz="4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 </a:t>
            </a:r>
            <a:r>
              <a:rPr lang="pt-BR" sz="4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É nosso dever e nossa salvação! 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br>
              <a:rPr sz="7200"/>
            </a:b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48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Santo, Santo, Santo Senhor Deus do universo. O céu e a terra proclamam a vossa glória.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Hosana nas alturas. Hosaana! 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Santo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0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Bendito aquele que vem em nome do Senhor!</a:t>
            </a:r>
            <a:br>
              <a:rPr sz="4800"/>
            </a:br>
            <a:r>
              <a:rPr lang="pt-BR" sz="4800" b="0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Bendito aquele que vem em nome do Senhor!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Hosana nas alturas. Hosaana! 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2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Santo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7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Salvador do mundo, salvai-nos. Vós que nos libertastes pela cruz e ressurreição!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60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uma perfeita oferenda!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Vosso é o Reino, o poder e a glória para sempre! 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amor de Cristo nos uniu!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1108440" y="1211400"/>
            <a:ext cx="9964800" cy="49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Cordeiro de Deus, que tirais o pecado do mundo</a:t>
            </a:r>
            <a:br>
              <a:rPr sz="4800"/>
            </a:b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tende piedade de nós. (2x)</a:t>
            </a:r>
            <a:br>
              <a:rPr sz="4800"/>
            </a:br>
            <a:br>
              <a:rPr sz="4800"/>
            </a:br>
            <a:r>
              <a:rPr lang="pt-BR" sz="4800" b="1" u="none" strike="noStrik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ptos"/>
              </a:rPr>
              <a:t>Cordeiro de Deus, que tirais o pecado do mundo dai-nos a Paz.</a:t>
            </a:r>
            <a:endParaRPr lang="de-DE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6" name="CaixaDeTexto 4"/>
          <p:cNvSpPr/>
          <p:nvPr/>
        </p:nvSpPr>
        <p:spPr>
          <a:xfrm>
            <a:off x="240120" y="213480"/>
            <a:ext cx="30380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Cordeiro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Senhor, eu não sou digno(a) de que entreis em minha morada, mas dizei uma palavra e serei salvo(a)!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79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81" name="Imagem 3"/>
          <p:cNvPicPr/>
          <p:nvPr/>
        </p:nvPicPr>
        <p:blipFill>
          <a:blip r:embed="rId1"/>
          <a:srcRect l="0" t="10428" r="0" b="10428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
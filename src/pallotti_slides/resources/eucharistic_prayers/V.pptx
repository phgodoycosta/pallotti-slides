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Mandai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Recebei,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Caminhamos na estrada de Jesus!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Esperamos entrar na vida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 todos dai a luz que não se apaga!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
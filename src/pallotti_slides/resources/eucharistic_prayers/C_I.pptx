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316" r:id="rId19"/>
    <p:sldId id="317" r:id="rId20"/>
    <p:sldId id="318" r:id="rId21"/>
    <p:sldId id="319" r:id="rId22"/>
    <p:sldId id="320" r:id="rId23"/>
    <p:sldId id="321" r:id="rId24"/>
    <p:sldId id="322" r:id="rId25"/>
    <p:sldId id="323" r:id="rId26"/>
    <p:sldId id="324" r:id="rId27"/>
    <p:sldId id="325" r:id="rId2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9" Type="http://schemas.openxmlformats.org/officeDocument/2006/relationships/slide" Target="slides/slide1.xml"/><Relationship Id="rId20" Type="http://schemas.openxmlformats.org/officeDocument/2006/relationships/slide" Target="slides/slide2.xml"/><Relationship Id="rId21" Type="http://schemas.openxmlformats.org/officeDocument/2006/relationships/slide" Target="slides/slide3.xml"/><Relationship Id="rId22" Type="http://schemas.openxmlformats.org/officeDocument/2006/relationships/slide" Target="slides/slide4.xml"/><Relationship Id="rId23" Type="http://schemas.openxmlformats.org/officeDocument/2006/relationships/slide" Target="slides/slide5.xml"/><Relationship Id="rId24" Type="http://schemas.openxmlformats.org/officeDocument/2006/relationships/slide" Target="slides/slide6.xml"/><Relationship Id="rId25" Type="http://schemas.openxmlformats.org/officeDocument/2006/relationships/slide" Target="slides/slide7.xml"/><Relationship Id="rId26" Type="http://schemas.openxmlformats.org/officeDocument/2006/relationships/slide" Target="slides/slide8.xml"/><Relationship Id="rId27" Type="http://schemas.openxmlformats.org/officeDocument/2006/relationships/slide" Target="slides/slide9.xml"/><Relationship Id="rId28" Type="http://schemas.openxmlformats.org/officeDocument/2006/relationships/slide" Target="slides/slide10.xml"/><Relationship Id="rId41" Type="http://schemas.openxmlformats.org/officeDocument/2006/relationships/notesMaster" Target="notesMasters/notesMaster1.xml"/><Relationship Id="rId72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@pallotti oe=C_I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d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para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editar 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título </a:t>
            </a: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F19C42-3E38-40EC-BA8D-68D59C3EAE9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de-DE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e texto vertic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10C19F-9EF4-4FDD-ACC2-0B3E3E0E463E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e texto verticai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F1671DA-2952-4CBD-9C2D-CB6CAC5FAFF0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38B776-699A-44C8-B472-87612D3C373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beçalho da Se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60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60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>
                  <a:tint val="82000"/>
                </a:schemeClr>
              </a:solidFill>
              <a:effectLst/>
              <a:uFillTx/>
              <a:latin typeface="Apto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B2359D-ADAA-4336-9C0D-E5FAFD1375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uas Partes de Conteú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A88362-C30B-4B67-B2A0-24585584AA2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çã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24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77CCC4-5995-478A-8928-EE2B52CC2754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mente títu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44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44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E67448B-56EB-4CD7-9B99-675F13187CC9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m br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3E30AB-A821-4B32-9D07-640FFD2880DA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údo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Segundo nível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Terceiro nível</a:t>
            </a:r>
            <a:endParaRPr lang="de-DE" sz="24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Quarto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Quinto nível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6C934C-327A-42B2-8430-0745E569CA7D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m com Legen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 Display"/>
              </a:rPr>
              <a:t>Clique para editar o título mestre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 Display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7pPr>
          </a:lstStyle>
          <a:p>
            <a: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Click to edit the outline text format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457200"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Second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914400"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Third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371600"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Fourth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1828800"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Fifth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286000"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Sixth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marL="2743200"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Seventh Outline Level</a:t>
            </a:r>
            <a:endParaRPr lang="de-DE" sz="3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pt-BR" sz="16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texto mestre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&lt;date/time&gt;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2F7C0-C66C-4290-8443-A9DF26C46B56}" type="slidenum">
              <a:rPr lang="de-DE" sz="1200" b="0" u="none" strike="noStrike">
                <a:solidFill>
                  <a:schemeClr val="dk1">
                    <a:tint val="82000"/>
                  </a:schemeClr>
                </a:solidFill>
                <a:effectLst/>
                <a:uFillTx/>
                <a:latin typeface="Aptos"/>
              </a:rPr>
              <a:t>&lt;number&gt;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e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Enviai o vosso Espírito Santo!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/>
          </p:nvPr>
        </p:nvSpPr>
        <p:spPr>
          <a:xfrm>
            <a:off x="838080" y="403920"/>
            <a:ext cx="10515240" cy="6125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{{liturgia.misterio_fe}}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Com Jesus, recebei a nossa vida!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  <a:ea typeface="Aptos"/>
              </a:rPr>
              <a:t>Fazei de nós um só corpo e um só espírito!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40" y="0"/>
            <a:ext cx="12188520" cy="68576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pic>
        <p:nvPicPr>
          <p:cNvPr id="154" name="Espaço Reservado para Conteúdo 4"/>
          <p:cNvPicPr/>
          <p:nvPr/>
        </p:nvPicPr>
        <p:blipFill>
          <a:blip r:embed="rId2"/>
          <a:srcRect l="0" t="7" r="0" b="7"/>
          <a:stretch/>
        </p:blipFill>
        <p:spPr>
          <a:xfrm>
            <a:off x="0" y="1440"/>
            <a:ext cx="12202200" cy="6860160"/>
          </a:xfrm>
          <a:prstGeom prst="rect">
            <a:avLst/>
          </a:prstGeom>
          <a:noFill/>
          <a:ln w="0">
            <a:noFill/>
          </a:ln>
        </p:spPr>
      </p:pic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838080" y="1351800"/>
            <a:ext cx="10515240" cy="482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pt-BR" sz="7200" b="1" u="none" strike="noStrike">
                <a:solidFill>
                  <a:srgbClr val="FF0000"/>
                </a:solidFill>
                <a:effectLst/>
                <a:uFillTx/>
                <a:latin typeface="Aptos"/>
              </a:rPr>
              <a:t>R:</a:t>
            </a:r>
            <a:r>
              <a:rPr lang="pt-BR" sz="7200" b="1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 Amém!</a:t>
            </a:r>
            <a:endParaRPr lang="de-DE" sz="72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mc:AlternateContent xmlns:mc="http://schemas.openxmlformats.org/markup-compatibility/2006" xmlns:p14="http://schemas.microsoft.com/office/powerpoint/2010/main"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 pitchFamily="0" charset="1"/>
        <a:ea typeface=""/>
        <a:cs typeface=""/>
      </a:majorFont>
      <a:minorFont>
        <a:latin typeface="Aptos" panose="020B00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  <a:ln w="2540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226</TotalTime>
  <Application>LibreOffice/26.2.5.2$Linux_X86_64 LibreOffice_project/620$Build-2</Application>
  <AppVersion>15.0000</AppVersion>
  <Words>984</Words>
  <Paragraphs>157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2026-01-25T19:41:48Z</dcterms:created>
  <dc:creator/>
  <dc:description/>
  <dc:language>pt-BR</dc:language>
  <cp:lastModifiedBy/>
  <dcterms:modified xsi:type="dcterms:W3CDTF">2026-09-26T22:11:44Z</dcterms:modified>
  <cp:revision>801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72</vt:i4>
  </property>
</Properties>
</file>
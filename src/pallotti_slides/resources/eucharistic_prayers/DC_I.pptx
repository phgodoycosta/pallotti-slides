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Bendito o vosso Filho, presente entre nós!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Confirmai na unidade 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Concedei-lhes, ó Senhor, a luz eterna!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
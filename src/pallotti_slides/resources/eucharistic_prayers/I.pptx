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Abençoai nossa oferenda, ó Senhor!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de vossos filhos!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Em comunhão com os vossos Santos vos louvamos!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
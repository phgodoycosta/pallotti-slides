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oe=R_II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Lembrai-vos, ó Pai, da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
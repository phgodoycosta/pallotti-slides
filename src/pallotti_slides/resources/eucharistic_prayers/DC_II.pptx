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</Types>
</file>

<file path=_rels/.rels><?xml version='1.0' encoding='UTF-8' standalone='yes'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316" r:id="rId19"/>
    <p:sldId id="317" r:id="rId20"/>
    <p:sldId id="318" r:id="rId21"/>
    <p:sldId id="319" r:id="rId22"/>
    <p:sldId id="320" r:id="rId23"/>
    <p:sldId id="321" r:id="rId24"/>
    <p:sldId id="322" r:id="rId25"/>
    <p:sldId id="323" r:id="rId26"/>
    <p:sldId id="324" r:id="rId27"/>
    <p:sldId id="325" r:id="rId28"/>
    <p:sldId id="326" r:id="rId29"/>
    <p:sldId id="327" r:id="rId30"/>
    <p:sldId id="328" r:id="rId31"/>
    <p:sldId id="329" r:id="rId32"/>
    <p:sldId id="330" r:id="rId33"/>
    <p:sldId id="331" r:id="rId34"/>
  </p:sldIdLst>
  <p:sldSz cx="12192000" cy="6858000"/>
  <p:notesSz cx="7559675" cy="10691813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19" Type="http://schemas.openxmlformats.org/officeDocument/2006/relationships/slide" Target="slides/slide1.xml"/><Relationship Id="rId20" Type="http://schemas.openxmlformats.org/officeDocument/2006/relationships/slide" Target="slides/slide2.xml"/><Relationship Id="rId21" Type="http://schemas.openxmlformats.org/officeDocument/2006/relationships/slide" Target="slides/slide3.xml"/><Relationship Id="rId22" Type="http://schemas.openxmlformats.org/officeDocument/2006/relationships/slide" Target="slides/slide4.xml"/><Relationship Id="rId23" Type="http://schemas.openxmlformats.org/officeDocument/2006/relationships/slide" Target="slides/slide5.xml"/><Relationship Id="rId24" Type="http://schemas.openxmlformats.org/officeDocument/2006/relationships/slide" Target="slides/slide6.xml"/><Relationship Id="rId25" Type="http://schemas.openxmlformats.org/officeDocument/2006/relationships/slide" Target="slides/slide7.xml"/><Relationship Id="rId26" Type="http://schemas.openxmlformats.org/officeDocument/2006/relationships/slide" Target="slides/slide8.xml"/><Relationship Id="rId27" Type="http://schemas.openxmlformats.org/officeDocument/2006/relationships/slide" Target="slides/slide9.xml"/><Relationship Id="rId28" Type="http://schemas.openxmlformats.org/officeDocument/2006/relationships/slide" Target="slides/slide10.xml"/><Relationship Id="rId29" Type="http://schemas.openxmlformats.org/officeDocument/2006/relationships/slide" Target="slides/slide11.xml"/><Relationship Id="rId30" Type="http://schemas.openxmlformats.org/officeDocument/2006/relationships/slide" Target="slides/slide12.xml"/><Relationship Id="rId31" Type="http://schemas.openxmlformats.org/officeDocument/2006/relationships/slide" Target="slides/slide13.xml"/><Relationship Id="rId32" Type="http://schemas.openxmlformats.org/officeDocument/2006/relationships/slide" Target="slides/slide14.xml"/><Relationship Id="rId33" Type="http://schemas.openxmlformats.org/officeDocument/2006/relationships/slide" Target="slides/slide15.xml"/><Relationship Id="rId34" Type="http://schemas.openxmlformats.org/officeDocument/2006/relationships/slide" Target="slides/slide16.xml"/><Relationship Id="rId41" Type="http://schemas.openxmlformats.org/officeDocument/2006/relationships/notesMaster" Target="notesMasters/notesMaster1.xml"/><Relationship Id="rId72" Type="http://schemas.openxmlformats.org/officeDocument/2006/relationships/presProps" Target="presProp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@pallotti oe=DC_II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@pallotti oe=DC_II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@pallotti oe=DC_II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@pallotti oe=DC_II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@pallotti oe=DC_II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@pallotti oe=DC_II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@pallotti oe=DC_II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@pallotti oe=DC_II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@pallotti oe=DC_II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@pallotti oe=DC_II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@pallotti oe=DC_II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@pallotti oe=DC_II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@pallotti oe=DC_II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@pallotti oe=DC_II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@pallotti oe=DC_II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@pallotti oe=DC_II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Slide de título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ctr" defTabSz="914400">
              <a:lnSpc>
                <a:spcPct val="90000"/>
              </a:lnSpc>
              <a:buNone/>
              <a:defRPr lang="pt-BR" sz="6000" b="0" u="none" strike="noStrike">
                <a:solidFill>
                  <a:schemeClr val="dk1"/>
                </a:solidFill>
                <a:effectLst/>
                <a:uFillTx/>
                <a:latin typeface="Aptos Display"/>
              </a:defRPr>
            </a:lvl1pPr>
          </a:lstStyle>
          <a:p>
            <a:pPr indent="0" algn="ctr" defTabSz="914400">
              <a:lnSpc>
                <a:spcPct val="90000"/>
              </a:lnSpc>
              <a:buNone/>
            </a:pPr>
            <a:r>
              <a:rPr lang="pt-BR" sz="60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Clique </a:t>
            </a:r>
            <a:r>
              <a:rPr lang="pt-BR" sz="60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para </a:t>
            </a:r>
            <a:r>
              <a:rPr lang="pt-BR" sz="60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editar o </a:t>
            </a:r>
            <a:r>
              <a:rPr lang="pt-BR" sz="60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título </a:t>
            </a:r>
            <a:r>
              <a:rPr lang="pt-BR" sz="60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mestre</a:t>
            </a:r>
            <a:endParaRPr lang="de-DE" sz="6000" b="0" u="none" strike="noStrike">
              <a:solidFill>
                <a:schemeClr val="dk1"/>
              </a:solidFill>
              <a:effectLst/>
              <a:uFillTx/>
              <a:latin typeface="Aptos Display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dt" idx="1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de-DE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de-DE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&lt;date/time&gt;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de-DE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30F19C42-3E38-40EC-BA8D-68D59C3EAE9E}" type="slidenum">
              <a:rPr lang="de-DE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&lt;number&gt;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 lang="de-DE" sz="2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de-DE" sz="24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de-DE" sz="20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de-DE" sz="1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de-DE" sz="1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5pPr>
            <a:lvl6pPr lvl="5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de-DE" sz="20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6pPr>
            <a:lvl7pPr lvl="6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de-DE" sz="20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7pPr>
          </a:lstStyle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de-DE" sz="2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Click to edit the outline text format</a:t>
            </a:r>
            <a:endParaRPr lang="de-DE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864000" lvl="1" indent="-3240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de-DE" sz="24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Second Outline Level</a:t>
            </a:r>
            <a:endParaRPr lang="de-DE" sz="24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296000" lvl="2" indent="-2880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de-DE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Third Outline Level</a:t>
            </a:r>
            <a:endParaRPr lang="de-DE" sz="20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728000" lvl="3" indent="-2160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de-DE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Fourth Outline Level</a:t>
            </a:r>
            <a:endParaRPr lang="de-DE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2160000" lvl="4" indent="-2160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de-DE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Fifth Outline Level</a:t>
            </a:r>
            <a:endParaRPr lang="de-DE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2592000" lvl="5" indent="-216000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de-DE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Sixth Outline Level</a:t>
            </a:r>
            <a:endParaRPr lang="de-DE" sz="20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3024000" lvl="6" indent="-216000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de-DE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Seventh Outline Level</a:t>
            </a:r>
            <a:endParaRPr lang="de-DE" sz="20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ítulo e texto vertical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90000"/>
              </a:lnSpc>
              <a:buNone/>
              <a:defRPr lang="pt-BR" sz="4400" b="0" u="none" strike="noStrike">
                <a:solidFill>
                  <a:schemeClr val="dk1"/>
                </a:solidFill>
                <a:effectLst/>
                <a:uFillTx/>
                <a:latin typeface="Aptos Display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</a:pPr>
            <a:r>
              <a:rPr lang="pt-BR" sz="44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Clique para editar o título mestre</a:t>
            </a:r>
            <a:endParaRPr lang="de-DE" sz="4400" b="0" u="none" strike="noStrike">
              <a:solidFill>
                <a:schemeClr val="dk1"/>
              </a:solidFill>
              <a:effectLst/>
              <a:uFillTx/>
              <a:latin typeface="Aptos Display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 vert="eaVert">
            <a:no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 lang="pt-BR" sz="2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pt-BR" sz="24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pt-BR" sz="20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pt-BR" sz="1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pt-BR" sz="1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5pPr>
          </a:lstStyle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pt-BR" sz="2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Clique para editar o texto mestre</a:t>
            </a:r>
            <a:endParaRPr lang="de-DE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685800" lvl="1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pt-BR" sz="24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Segundo nível</a:t>
            </a:r>
            <a:endParaRPr lang="de-DE" sz="24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143000" lvl="2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pt-BR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Terceiro nível</a:t>
            </a:r>
            <a:endParaRPr lang="de-DE" sz="20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600200" lvl="3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pt-BR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Quarto nível</a:t>
            </a:r>
            <a:endParaRPr lang="de-DE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2057400" lvl="4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pt-BR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Quinto nível</a:t>
            </a:r>
            <a:endParaRPr lang="de-DE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9" name="PlaceHolder 3"/>
          <p:cNvSpPr>
            <a:spLocks noGrp="1"/>
          </p:cNvSpPr>
          <p:nvPr>
            <p:ph type="dt" idx="4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de-DE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de-DE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&lt;date/time&gt;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" name="PlaceHolder 4"/>
          <p:cNvSpPr>
            <a:spLocks noGrp="1"/>
          </p:cNvSpPr>
          <p:nvPr>
            <p:ph type="ftr" idx="5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" name="PlaceHolder 5"/>
          <p:cNvSpPr>
            <a:spLocks noGrp="1"/>
          </p:cNvSpPr>
          <p:nvPr>
            <p:ph type="sldNum" idx="6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de-DE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1110C19F-9EF4-4FDD-ACC2-0B3E3E0E463E}" type="slidenum">
              <a:rPr lang="de-DE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&lt;number&gt;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Título e texto verticais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8724960" y="365040"/>
            <a:ext cx="2628720" cy="58114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 vert="eaVert">
            <a:noAutofit/>
          </a:bodyPr>
          <a:lstStyle>
            <a:lvl1pPr indent="0" algn="l" defTabSz="914400">
              <a:lnSpc>
                <a:spcPct val="90000"/>
              </a:lnSpc>
              <a:buNone/>
              <a:defRPr lang="pt-BR" sz="4400" b="0" u="none" strike="noStrike">
                <a:solidFill>
                  <a:schemeClr val="dk1"/>
                </a:solidFill>
                <a:effectLst/>
                <a:uFillTx/>
                <a:latin typeface="Aptos Display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</a:pPr>
            <a:r>
              <a:rPr lang="pt-BR" sz="44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Clique para editar o título mestre</a:t>
            </a:r>
            <a:endParaRPr lang="de-DE" sz="4400" b="0" u="none" strike="noStrike">
              <a:solidFill>
                <a:schemeClr val="dk1"/>
              </a:solidFill>
              <a:effectLst/>
              <a:uFillTx/>
              <a:latin typeface="Aptos Display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 type="body"/>
          </p:nvPr>
        </p:nvSpPr>
        <p:spPr>
          <a:xfrm>
            <a:off x="838080" y="365040"/>
            <a:ext cx="7733880" cy="58114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 vert="eaVert">
            <a:no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 lang="pt-BR" sz="2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pt-BR" sz="24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pt-BR" sz="20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pt-BR" sz="1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pt-BR" sz="1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5pPr>
          </a:lstStyle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pt-BR" sz="2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Clique para editar o texto mestre</a:t>
            </a:r>
            <a:endParaRPr lang="de-DE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685800" lvl="1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pt-BR" sz="24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Segundo nível</a:t>
            </a:r>
            <a:endParaRPr lang="de-DE" sz="24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143000" lvl="2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pt-BR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Terceiro nível</a:t>
            </a:r>
            <a:endParaRPr lang="de-DE" sz="20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600200" lvl="3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pt-BR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Quarto nível</a:t>
            </a:r>
            <a:endParaRPr lang="de-DE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2057400" lvl="4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pt-BR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Quinto nível</a:t>
            </a:r>
            <a:endParaRPr lang="de-DE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14" name="PlaceHolder 3"/>
          <p:cNvSpPr>
            <a:spLocks noGrp="1"/>
          </p:cNvSpPr>
          <p:nvPr>
            <p:ph type="dt" idx="7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de-DE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de-DE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&lt;date/time&gt;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" name="PlaceHolder 4"/>
          <p:cNvSpPr>
            <a:spLocks noGrp="1"/>
          </p:cNvSpPr>
          <p:nvPr>
            <p:ph type="ftr" idx="8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" name="PlaceHolder 5"/>
          <p:cNvSpPr>
            <a:spLocks noGrp="1"/>
          </p:cNvSpPr>
          <p:nvPr>
            <p:ph type="sldNum" idx="9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de-DE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6F1671DA-2952-4CBD-9C2D-CB6CAC5FAFF0}" type="slidenum">
              <a:rPr lang="de-DE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&lt;number&gt;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ítulo e conteúdo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90000"/>
              </a:lnSpc>
              <a:buNone/>
              <a:defRPr lang="pt-BR" sz="4400" b="0" u="none" strike="noStrike">
                <a:solidFill>
                  <a:schemeClr val="dk1"/>
                </a:solidFill>
                <a:effectLst/>
                <a:uFillTx/>
                <a:latin typeface="Aptos Display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</a:pPr>
            <a:r>
              <a:rPr lang="pt-BR" sz="44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Clique para editar o título mestre</a:t>
            </a:r>
            <a:endParaRPr lang="de-DE" sz="4400" b="0" u="none" strike="noStrike">
              <a:solidFill>
                <a:schemeClr val="dk1"/>
              </a:solidFill>
              <a:effectLst/>
              <a:uFillTx/>
              <a:latin typeface="Aptos Display"/>
            </a:endParaRPr>
          </a:p>
        </p:txBody>
      </p:sp>
      <p:sp>
        <p:nvSpPr>
          <p:cNvPr id="18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 lang="pt-BR" sz="2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pt-BR" sz="24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pt-BR" sz="20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pt-BR" sz="1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pt-BR" sz="1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5pPr>
          </a:lstStyle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pt-BR" sz="2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Clique para editar o texto mestre</a:t>
            </a:r>
            <a:endParaRPr lang="de-DE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685800" lvl="1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pt-BR" sz="24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Segundo nível</a:t>
            </a:r>
            <a:endParaRPr lang="de-DE" sz="24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143000" lvl="2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pt-BR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Terceiro nível</a:t>
            </a:r>
            <a:endParaRPr lang="de-DE" sz="20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600200" lvl="3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pt-BR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Quarto nível</a:t>
            </a:r>
            <a:endParaRPr lang="de-DE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2057400" lvl="4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pt-BR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Quinto nível</a:t>
            </a:r>
            <a:endParaRPr lang="de-DE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19" name="PlaceHolder 3"/>
          <p:cNvSpPr>
            <a:spLocks noGrp="1"/>
          </p:cNvSpPr>
          <p:nvPr>
            <p:ph type="dt" idx="10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de-DE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de-DE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&lt;date/time&gt;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" name="PlaceHolder 4"/>
          <p:cNvSpPr>
            <a:spLocks noGrp="1"/>
          </p:cNvSpPr>
          <p:nvPr>
            <p:ph type="ftr" idx="11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" name="PlaceHolder 5"/>
          <p:cNvSpPr>
            <a:spLocks noGrp="1"/>
          </p:cNvSpPr>
          <p:nvPr>
            <p:ph type="sldNum" idx="12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de-DE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7738B776-699A-44C8-B472-87612D3C3739}" type="slidenum">
              <a:rPr lang="de-DE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&lt;number&gt;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abeçalho da Seção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831960" y="1709640"/>
            <a:ext cx="10515240" cy="2852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90000"/>
              </a:lnSpc>
              <a:buNone/>
              <a:defRPr lang="pt-BR" sz="6000" b="0" u="none" strike="noStrike">
                <a:solidFill>
                  <a:schemeClr val="dk1"/>
                </a:solidFill>
                <a:effectLst/>
                <a:uFillTx/>
                <a:latin typeface="Aptos Display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</a:pPr>
            <a:r>
              <a:rPr lang="pt-BR" sz="60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Clique para editar o título mestre</a:t>
            </a:r>
            <a:endParaRPr lang="de-DE" sz="6000" b="0" u="none" strike="noStrike">
              <a:solidFill>
                <a:schemeClr val="dk1"/>
              </a:solidFill>
              <a:effectLst/>
              <a:uFillTx/>
              <a:latin typeface="Aptos Display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 type="body"/>
          </p:nvPr>
        </p:nvSpPr>
        <p:spPr>
          <a:xfrm>
            <a:off x="831960" y="4589640"/>
            <a:ext cx="10515240" cy="14997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  <a:defRPr lang="pt-BR" sz="24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pt-BR" sz="24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Clique para editar o texto mestre</a:t>
            </a:r>
            <a:endParaRPr lang="de-DE" sz="2400" b="0" u="none" strike="noStrike">
              <a:solidFill>
                <a:schemeClr val="dk1">
                  <a:tint val="82000"/>
                </a:schemeClr>
              </a:solidFill>
              <a:effectLst/>
              <a:uFillTx/>
              <a:latin typeface="Aptos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 type="dt" idx="13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de-DE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de-DE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&lt;date/time&gt;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 type="ftr" idx="14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" name="PlaceHolder 5"/>
          <p:cNvSpPr>
            <a:spLocks noGrp="1"/>
          </p:cNvSpPr>
          <p:nvPr>
            <p:ph type="sldNum" idx="15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de-DE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40B2359D-ADAA-4336-9C0D-E5FAFD137529}" type="slidenum">
              <a:rPr lang="de-DE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&lt;number&gt;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Duas Partes de Conteúdo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90000"/>
              </a:lnSpc>
              <a:buNone/>
              <a:defRPr lang="pt-BR" sz="4400" b="0" u="none" strike="noStrike">
                <a:solidFill>
                  <a:schemeClr val="dk1"/>
                </a:solidFill>
                <a:effectLst/>
                <a:uFillTx/>
                <a:latin typeface="Aptos Display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</a:pPr>
            <a:r>
              <a:rPr lang="pt-BR" sz="44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Clique para editar o título mestre</a:t>
            </a:r>
            <a:endParaRPr lang="de-DE" sz="4400" b="0" u="none" strike="noStrike">
              <a:solidFill>
                <a:schemeClr val="dk1"/>
              </a:solidFill>
              <a:effectLst/>
              <a:uFillTx/>
              <a:latin typeface="Aptos Display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5181120" cy="4350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 lang="pt-BR" sz="2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pt-BR" sz="24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pt-BR" sz="20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pt-BR" sz="1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pt-BR" sz="1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5pPr>
          </a:lstStyle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pt-BR" sz="2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Clique para editar o texto mestre</a:t>
            </a:r>
            <a:endParaRPr lang="de-DE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685800" lvl="1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pt-BR" sz="24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Segundo nível</a:t>
            </a:r>
            <a:endParaRPr lang="de-DE" sz="24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143000" lvl="2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pt-BR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Terceiro nível</a:t>
            </a:r>
            <a:endParaRPr lang="de-DE" sz="20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600200" lvl="3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pt-BR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Quarto nível</a:t>
            </a:r>
            <a:endParaRPr lang="de-DE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2057400" lvl="4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pt-BR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Quinto nível</a:t>
            </a:r>
            <a:endParaRPr lang="de-DE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 type="body"/>
          </p:nvPr>
        </p:nvSpPr>
        <p:spPr>
          <a:xfrm>
            <a:off x="6172200" y="1825560"/>
            <a:ext cx="5181120" cy="4350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 lang="pt-BR" sz="2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pt-BR" sz="24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pt-BR" sz="20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pt-BR" sz="1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pt-BR" sz="1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5pPr>
          </a:lstStyle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pt-BR" sz="2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Clique para editar o texto mestre</a:t>
            </a:r>
            <a:endParaRPr lang="de-DE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685800" lvl="1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pt-BR" sz="24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Segundo nível</a:t>
            </a:r>
            <a:endParaRPr lang="de-DE" sz="24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143000" lvl="2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pt-BR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Terceiro nível</a:t>
            </a:r>
            <a:endParaRPr lang="de-DE" sz="20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600200" lvl="3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pt-BR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Quarto nível</a:t>
            </a:r>
            <a:endParaRPr lang="de-DE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2057400" lvl="4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pt-BR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Quinto nível</a:t>
            </a:r>
            <a:endParaRPr lang="de-DE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 type="dt" idx="16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de-DE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de-DE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&lt;date/time&gt;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" name="PlaceHolder 5"/>
          <p:cNvSpPr>
            <a:spLocks noGrp="1"/>
          </p:cNvSpPr>
          <p:nvPr>
            <p:ph type="ftr" idx="17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" name="PlaceHolder 6"/>
          <p:cNvSpPr>
            <a:spLocks noGrp="1"/>
          </p:cNvSpPr>
          <p:nvPr>
            <p:ph type="sldNum" idx="18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de-DE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01A88362-C30B-4B67-B2A0-24585584AA29}" type="slidenum">
              <a:rPr lang="de-DE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&lt;number&gt;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ação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PlaceHolder 1"/>
          <p:cNvSpPr>
            <a:spLocks noGrp="1"/>
          </p:cNvSpPr>
          <p:nvPr>
            <p:ph type="title"/>
          </p:nvPr>
        </p:nvSpPr>
        <p:spPr>
          <a:xfrm>
            <a:off x="8398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90000"/>
              </a:lnSpc>
              <a:buNone/>
              <a:defRPr lang="pt-BR" sz="4400" b="0" u="none" strike="noStrike">
                <a:solidFill>
                  <a:schemeClr val="dk1"/>
                </a:solidFill>
                <a:effectLst/>
                <a:uFillTx/>
                <a:latin typeface="Aptos Display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</a:pPr>
            <a:r>
              <a:rPr lang="pt-BR" sz="44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Clique para editar o título mestre</a:t>
            </a:r>
            <a:endParaRPr lang="de-DE" sz="4400" b="0" u="none" strike="noStrike">
              <a:solidFill>
                <a:schemeClr val="dk1"/>
              </a:solidFill>
              <a:effectLst/>
              <a:uFillTx/>
              <a:latin typeface="Aptos Display"/>
            </a:endParaRPr>
          </a:p>
        </p:txBody>
      </p:sp>
      <p:sp>
        <p:nvSpPr>
          <p:cNvPr id="34" name="PlaceHolder 2"/>
          <p:cNvSpPr>
            <a:spLocks noGrp="1"/>
          </p:cNvSpPr>
          <p:nvPr>
            <p:ph type="body"/>
          </p:nvPr>
        </p:nvSpPr>
        <p:spPr>
          <a:xfrm>
            <a:off x="839880" y="1681200"/>
            <a:ext cx="5157360" cy="823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  <a:defRPr lang="pt-BR" sz="2400" b="1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1pPr>
          </a:lstStyle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pt-BR" sz="2400" b="1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Clique para editar o texto mestre</a:t>
            </a:r>
            <a:endParaRPr lang="de-DE" sz="24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35" name="PlaceHolder 3"/>
          <p:cNvSpPr>
            <a:spLocks noGrp="1"/>
          </p:cNvSpPr>
          <p:nvPr>
            <p:ph type="body"/>
          </p:nvPr>
        </p:nvSpPr>
        <p:spPr>
          <a:xfrm>
            <a:off x="839880" y="2505240"/>
            <a:ext cx="5157360" cy="3684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pt-BR" sz="2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pt-BR" sz="24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pt-BR" sz="20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pt-BR" sz="1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pt-BR" sz="1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5pPr>
          </a:lstStyle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pt-BR" sz="2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Clique para editar o texto mestre</a:t>
            </a:r>
            <a:endParaRPr lang="de-DE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685800" lvl="1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pt-BR" sz="24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Segundo nível</a:t>
            </a:r>
            <a:endParaRPr lang="de-DE" sz="24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143000" lvl="2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pt-BR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Terceiro nível</a:t>
            </a:r>
            <a:endParaRPr lang="de-DE" sz="20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600200" lvl="3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pt-BR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Quarto nível</a:t>
            </a:r>
            <a:endParaRPr lang="de-DE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2057400" lvl="4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pt-BR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Quinto nível</a:t>
            </a:r>
            <a:endParaRPr lang="de-DE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36" name="PlaceHolder 4"/>
          <p:cNvSpPr>
            <a:spLocks noGrp="1"/>
          </p:cNvSpPr>
          <p:nvPr>
            <p:ph type="body"/>
          </p:nvPr>
        </p:nvSpPr>
        <p:spPr>
          <a:xfrm>
            <a:off x="6172200" y="1681200"/>
            <a:ext cx="5182920" cy="823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  <a:defRPr lang="pt-BR" sz="2400" b="1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1pPr>
          </a:lstStyle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pt-BR" sz="2400" b="1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Clique para editar o texto mestre</a:t>
            </a:r>
            <a:endParaRPr lang="de-DE" sz="24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37" name="PlaceHolder 5"/>
          <p:cNvSpPr>
            <a:spLocks noGrp="1"/>
          </p:cNvSpPr>
          <p:nvPr>
            <p:ph type="body"/>
          </p:nvPr>
        </p:nvSpPr>
        <p:spPr>
          <a:xfrm>
            <a:off x="6172200" y="2505240"/>
            <a:ext cx="5182920" cy="3684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pt-BR" sz="2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pt-BR" sz="24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pt-BR" sz="20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pt-BR" sz="1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pt-BR" sz="1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5pPr>
          </a:lstStyle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pt-BR" sz="2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Clique para editar o texto mestre</a:t>
            </a:r>
            <a:endParaRPr lang="de-DE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685800" lvl="1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pt-BR" sz="24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Segundo nível</a:t>
            </a:r>
            <a:endParaRPr lang="de-DE" sz="24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143000" lvl="2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pt-BR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Terceiro nível</a:t>
            </a:r>
            <a:endParaRPr lang="de-DE" sz="20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600200" lvl="3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pt-BR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Quarto nível</a:t>
            </a:r>
            <a:endParaRPr lang="de-DE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2057400" lvl="4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pt-BR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Quinto nível</a:t>
            </a:r>
            <a:endParaRPr lang="de-DE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38" name="PlaceHolder 6"/>
          <p:cNvSpPr>
            <a:spLocks noGrp="1"/>
          </p:cNvSpPr>
          <p:nvPr>
            <p:ph type="dt" idx="19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de-DE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de-DE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&lt;date/time&gt;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" name="PlaceHolder 7"/>
          <p:cNvSpPr>
            <a:spLocks noGrp="1"/>
          </p:cNvSpPr>
          <p:nvPr>
            <p:ph type="ftr" idx="20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0" name="PlaceHolder 8"/>
          <p:cNvSpPr>
            <a:spLocks noGrp="1"/>
          </p:cNvSpPr>
          <p:nvPr>
            <p:ph type="sldNum" idx="21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de-DE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C677CCC4-5995-478A-8928-EE2B52CC2754}" type="slidenum">
              <a:rPr lang="de-DE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&lt;number&gt;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Somente título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90000"/>
              </a:lnSpc>
              <a:buNone/>
              <a:defRPr lang="pt-BR" sz="4400" b="0" u="none" strike="noStrike">
                <a:solidFill>
                  <a:schemeClr val="dk1"/>
                </a:solidFill>
                <a:effectLst/>
                <a:uFillTx/>
                <a:latin typeface="Aptos Display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</a:pPr>
            <a:r>
              <a:rPr lang="pt-BR" sz="44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Clique para editar o título mestre</a:t>
            </a:r>
            <a:endParaRPr lang="de-DE" sz="4400" b="0" u="none" strike="noStrike">
              <a:solidFill>
                <a:schemeClr val="dk1"/>
              </a:solidFill>
              <a:effectLst/>
              <a:uFillTx/>
              <a:latin typeface="Aptos Display"/>
            </a:endParaRPr>
          </a:p>
        </p:txBody>
      </p:sp>
      <p:sp>
        <p:nvSpPr>
          <p:cNvPr id="42" name="PlaceHolder 2"/>
          <p:cNvSpPr>
            <a:spLocks noGrp="1"/>
          </p:cNvSpPr>
          <p:nvPr>
            <p:ph type="dt" idx="22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de-DE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de-DE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&lt;date/time&gt;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" name="PlaceHolder 3"/>
          <p:cNvSpPr>
            <a:spLocks noGrp="1"/>
          </p:cNvSpPr>
          <p:nvPr>
            <p:ph type="ftr" idx="23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" name="PlaceHolder 4"/>
          <p:cNvSpPr>
            <a:spLocks noGrp="1"/>
          </p:cNvSpPr>
          <p:nvPr>
            <p:ph type="sldNum" idx="24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de-DE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AE67448B-56EB-4CD7-9B99-675F13187CC9}" type="slidenum">
              <a:rPr lang="de-DE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&lt;number&gt;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Em branco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PlaceHolder 1"/>
          <p:cNvSpPr>
            <a:spLocks noGrp="1"/>
          </p:cNvSpPr>
          <p:nvPr>
            <p:ph type="dt" idx="25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de-DE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de-DE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&lt;date/time&gt;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" name="PlaceHolder 2"/>
          <p:cNvSpPr>
            <a:spLocks noGrp="1"/>
          </p:cNvSpPr>
          <p:nvPr>
            <p:ph type="ftr" idx="26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" name="PlaceHolder 3"/>
          <p:cNvSpPr>
            <a:spLocks noGrp="1"/>
          </p:cNvSpPr>
          <p:nvPr>
            <p:ph type="sldNum" idx="27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de-DE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FA3E30AB-A821-4B32-9D07-640FFD2880DA}" type="slidenum">
              <a:rPr lang="de-DE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&lt;number&gt;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údo com Legenda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PlaceHolder 1"/>
          <p:cNvSpPr>
            <a:spLocks noGrp="1"/>
          </p:cNvSpPr>
          <p:nvPr>
            <p:ph type="title"/>
          </p:nvPr>
        </p:nvSpPr>
        <p:spPr>
          <a:xfrm>
            <a:off x="839880" y="457200"/>
            <a:ext cx="3931920" cy="1599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90000"/>
              </a:lnSpc>
              <a:buNone/>
              <a:defRPr lang="pt-BR" sz="3200" b="0" u="none" strike="noStrike">
                <a:solidFill>
                  <a:schemeClr val="dk1"/>
                </a:solidFill>
                <a:effectLst/>
                <a:uFillTx/>
                <a:latin typeface="Aptos Display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</a:pPr>
            <a:r>
              <a:rPr lang="pt-BR" sz="32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Clique para editar o título mestre</a:t>
            </a:r>
            <a:endParaRPr lang="de-DE" sz="3200" b="0" u="none" strike="noStrike">
              <a:solidFill>
                <a:schemeClr val="dk1"/>
              </a:solidFill>
              <a:effectLst/>
              <a:uFillTx/>
              <a:latin typeface="Aptos Display"/>
            </a:endParaRPr>
          </a:p>
        </p:txBody>
      </p:sp>
      <p:sp>
        <p:nvSpPr>
          <p:cNvPr id="49" name="PlaceHolder 2"/>
          <p:cNvSpPr>
            <a:spLocks noGrp="1"/>
          </p:cNvSpPr>
          <p:nvPr>
            <p:ph type="body"/>
          </p:nvPr>
        </p:nvSpPr>
        <p:spPr>
          <a:xfrm>
            <a:off x="5183280" y="987480"/>
            <a:ext cx="6171840" cy="4873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 lang="pt-BR" sz="32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pt-BR" sz="2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pt-BR" sz="24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pt-BR" sz="20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pt-BR" sz="20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5pPr>
          </a:lstStyle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pt-BR" sz="32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Clique para editar o texto mestre</a:t>
            </a:r>
            <a:endParaRPr lang="de-DE" sz="32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685800" lvl="1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pt-BR" sz="2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Segundo nível</a:t>
            </a:r>
            <a:endParaRPr lang="de-DE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143000" lvl="2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pt-BR" sz="24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Terceiro nível</a:t>
            </a:r>
            <a:endParaRPr lang="de-DE" sz="24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600200" lvl="3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pt-BR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Quarto nível</a:t>
            </a:r>
            <a:endParaRPr lang="de-DE" sz="20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2057400" lvl="4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pt-BR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Quinto nível</a:t>
            </a:r>
            <a:endParaRPr lang="de-DE" sz="20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50" name="PlaceHolder 3"/>
          <p:cNvSpPr>
            <a:spLocks noGrp="1"/>
          </p:cNvSpPr>
          <p:nvPr>
            <p:ph type="body"/>
          </p:nvPr>
        </p:nvSpPr>
        <p:spPr>
          <a:xfrm>
            <a:off x="839880" y="2057400"/>
            <a:ext cx="3931920" cy="3811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  <a:defRPr lang="pt-BR" sz="16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1pPr>
          </a:lstStyle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pt-BR" sz="16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Clique para editar o texto mestre</a:t>
            </a:r>
            <a:endParaRPr lang="de-DE" sz="16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51" name="PlaceHolder 4"/>
          <p:cNvSpPr>
            <a:spLocks noGrp="1"/>
          </p:cNvSpPr>
          <p:nvPr>
            <p:ph type="dt" idx="28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de-DE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de-DE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&lt;date/time&gt;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2" name="PlaceHolder 5"/>
          <p:cNvSpPr>
            <a:spLocks noGrp="1"/>
          </p:cNvSpPr>
          <p:nvPr>
            <p:ph type="ftr" idx="29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" name="PlaceHolder 6"/>
          <p:cNvSpPr>
            <a:spLocks noGrp="1"/>
          </p:cNvSpPr>
          <p:nvPr>
            <p:ph type="sldNum" idx="30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de-DE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3D6C934C-327A-42B2-8430-0745E569CA7D}" type="slidenum">
              <a:rPr lang="de-DE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&lt;number&gt;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Imagem com Legenda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PlaceHolder 1"/>
          <p:cNvSpPr>
            <a:spLocks noGrp="1"/>
          </p:cNvSpPr>
          <p:nvPr>
            <p:ph type="title"/>
          </p:nvPr>
        </p:nvSpPr>
        <p:spPr>
          <a:xfrm>
            <a:off x="839880" y="457200"/>
            <a:ext cx="3931920" cy="1599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90000"/>
              </a:lnSpc>
              <a:buNone/>
              <a:defRPr lang="pt-BR" sz="3200" b="0" u="none" strike="noStrike">
                <a:solidFill>
                  <a:schemeClr val="dk1"/>
                </a:solidFill>
                <a:effectLst/>
                <a:uFillTx/>
                <a:latin typeface="Aptos Display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</a:pPr>
            <a:r>
              <a:rPr lang="pt-BR" sz="32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Clique para editar o título mestre</a:t>
            </a:r>
            <a:endParaRPr lang="de-DE" sz="3200" b="0" u="none" strike="noStrike">
              <a:solidFill>
                <a:schemeClr val="dk1"/>
              </a:solidFill>
              <a:effectLst/>
              <a:uFillTx/>
              <a:latin typeface="Aptos Display"/>
            </a:endParaRPr>
          </a:p>
        </p:txBody>
      </p:sp>
      <p:sp>
        <p:nvSpPr>
          <p:cNvPr id="55" name="PlaceHolder 2"/>
          <p:cNvSpPr>
            <a:spLocks noGrp="1"/>
          </p:cNvSpPr>
          <p:nvPr>
            <p:ph type="body"/>
          </p:nvPr>
        </p:nvSpPr>
        <p:spPr>
          <a:xfrm>
            <a:off x="5183280" y="987480"/>
            <a:ext cx="6171840" cy="48733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de-DE" sz="32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de-DE" sz="32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de-DE" sz="32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de-DE" sz="32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de-DE" sz="32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5pPr>
            <a:lvl6pPr lvl="5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de-DE" sz="32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6pPr>
            <a:lvl7pPr lvl="6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de-DE" sz="32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7pPr>
          </a:lstStyle>
          <a:p>
            <a: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de-DE" sz="32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Click to edit the outline text format</a:t>
            </a:r>
            <a:endParaRPr lang="de-DE" sz="32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457200"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de-DE" sz="32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Second Outline Level</a:t>
            </a:r>
            <a:endParaRPr lang="de-DE" sz="32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914400"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de-DE" sz="32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Third Outline Level</a:t>
            </a:r>
            <a:endParaRPr lang="de-DE" sz="32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371600"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de-DE" sz="32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Fourth Outline Level</a:t>
            </a:r>
            <a:endParaRPr lang="de-DE" sz="32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828800"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de-DE" sz="32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Fifth Outline Level</a:t>
            </a:r>
            <a:endParaRPr lang="de-DE" sz="32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2286000" lvl="5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de-DE" sz="32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Sixth Outline Level</a:t>
            </a:r>
            <a:endParaRPr lang="de-DE" sz="32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2743200" lvl="6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de-DE" sz="32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Seventh Outline Level</a:t>
            </a:r>
            <a:endParaRPr lang="de-DE" sz="32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56" name="PlaceHolder 3"/>
          <p:cNvSpPr>
            <a:spLocks noGrp="1"/>
          </p:cNvSpPr>
          <p:nvPr>
            <p:ph type="body"/>
          </p:nvPr>
        </p:nvSpPr>
        <p:spPr>
          <a:xfrm>
            <a:off x="839880" y="2057400"/>
            <a:ext cx="3931920" cy="3811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  <a:defRPr lang="pt-BR" sz="16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1pPr>
          </a:lstStyle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pt-BR" sz="16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Clique para editar o texto mestre</a:t>
            </a:r>
            <a:endParaRPr lang="de-DE" sz="16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57" name="PlaceHolder 4"/>
          <p:cNvSpPr>
            <a:spLocks noGrp="1"/>
          </p:cNvSpPr>
          <p:nvPr>
            <p:ph type="dt" idx="31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de-DE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de-DE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&lt;date/time&gt;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8" name="PlaceHolder 5"/>
          <p:cNvSpPr>
            <a:spLocks noGrp="1"/>
          </p:cNvSpPr>
          <p:nvPr>
            <p:ph type="ftr" idx="32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" name="PlaceHolder 6"/>
          <p:cNvSpPr>
            <a:spLocks noGrp="1"/>
          </p:cNvSpPr>
          <p:nvPr>
            <p:ph type="sldNum" idx="33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de-DE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8BF2F7C0-C66C-4290-8443-A9DF26C46B56}" type="slidenum">
              <a:rPr lang="de-DE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&lt;number&gt;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4.jpe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4.jpe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4.jpe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4.jpe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4.jpe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4.jpeg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4.jpeg"/><Relationship Id="rId3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4.jpeg"/><Relationship Id="rId3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Rectangle 9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440" y="0"/>
            <a:ext cx="12188520" cy="685764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Aptos"/>
            </a:endParaRPr>
          </a:p>
        </p:txBody>
      </p:sp>
      <p:pic>
        <p:nvPicPr>
          <p:cNvPr id="154" name="Espaço Reservado para Conteúdo 4"/>
          <p:cNvPicPr/>
          <p:nvPr/>
        </p:nvPicPr>
        <p:blipFill>
          <a:blip r:embed="rId2"/>
          <a:srcRect l="0" t="7" r="0" b="7"/>
          <a:stretch/>
        </p:blipFill>
        <p:spPr>
          <a:xfrm>
            <a:off x="0" y="1440"/>
            <a:ext cx="12202200" cy="6860160"/>
          </a:xfrm>
          <a:prstGeom prst="rect">
            <a:avLst/>
          </a:prstGeom>
          <a:noFill/>
          <a:ln w="0">
            <a:noFill/>
          </a:ln>
        </p:spPr>
      </p:pic>
    </p:spTree>
  </p:cSld>
  <mc:AlternateContent xmlns:mc="http://schemas.openxmlformats.org/markup-compatibility/2006" xmlns:p14="http://schemas.microsoft.com/office/powerpoint/2010/main"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PlaceHolder 1"/>
          <p:cNvSpPr>
            <a:spLocks noGrp="1"/>
          </p:cNvSpPr>
          <p:nvPr>
            <p:ph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BR" sz="7200" b="1" u="none" strike="noStrike">
                <a:solidFill>
                  <a:srgbClr val="FF0000"/>
                </a:solidFill>
                <a:effectLst/>
                <a:uFillTx/>
                <a:latin typeface="Aptos"/>
              </a:rPr>
              <a:t>R:</a:t>
            </a:r>
            <a:r>
              <a:rPr lang="pt-BR" sz="7200" b="1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 </a:t>
            </a:r>
            <a:r>
              <a:rPr lang="pt-BR" sz="7200" b="1" u="none" strike="noStrike">
                <a:solidFill>
                  <a:schemeClr val="dk1"/>
                </a:solidFill>
                <a:effectLst/>
                <a:uFillTx/>
                <a:latin typeface="Aptos"/>
                <a:ea typeface="Aptos"/>
              </a:rPr>
              <a:t>Bendito o vosso Filho, presente entre nós!</a:t>
            </a:r>
            <a:endParaRPr lang="de-DE" sz="72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</p:spTree>
  </p:cSld>
  <mc:AlternateContent xmlns:mc="http://schemas.openxmlformats.org/markup-compatibility/2006" xmlns:p14="http://schemas.microsoft.com/office/powerpoint/2010/main"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Rectangle 9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440" y="0"/>
            <a:ext cx="12188520" cy="685764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Aptos"/>
            </a:endParaRPr>
          </a:p>
        </p:txBody>
      </p:sp>
      <p:pic>
        <p:nvPicPr>
          <p:cNvPr id="154" name="Espaço Reservado para Conteúdo 4"/>
          <p:cNvPicPr/>
          <p:nvPr/>
        </p:nvPicPr>
        <p:blipFill>
          <a:blip r:embed="rId2"/>
          <a:srcRect l="0" t="7" r="0" b="7"/>
          <a:stretch/>
        </p:blipFill>
        <p:spPr>
          <a:xfrm>
            <a:off x="0" y="1440"/>
            <a:ext cx="12202200" cy="6860160"/>
          </a:xfrm>
          <a:prstGeom prst="rect">
            <a:avLst/>
          </a:prstGeom>
          <a:noFill/>
          <a:ln w="0">
            <a:noFill/>
          </a:ln>
        </p:spPr>
      </p:pic>
    </p:spTree>
  </p:cSld>
  <mc:AlternateContent xmlns:mc="http://schemas.openxmlformats.org/markup-compatibility/2006" xmlns:p14="http://schemas.microsoft.com/office/powerpoint/2010/main"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PlaceHolder 1"/>
          <p:cNvSpPr>
            <a:spLocks noGrp="1"/>
          </p:cNvSpPr>
          <p:nvPr>
            <p:ph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BR" sz="7200" b="1" u="none" strike="noStrike">
                <a:solidFill>
                  <a:srgbClr val="FF0000"/>
                </a:solidFill>
                <a:effectLst/>
                <a:uFillTx/>
                <a:latin typeface="Aptos"/>
              </a:rPr>
              <a:t>R:</a:t>
            </a:r>
            <a:r>
              <a:rPr lang="pt-BR" sz="7200" b="1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 </a:t>
            </a:r>
            <a:r>
              <a:rPr lang="pt-BR" sz="7200" b="1" u="none" strike="noStrike">
                <a:solidFill>
                  <a:schemeClr val="dk1"/>
                </a:solidFill>
                <a:effectLst/>
                <a:uFillTx/>
                <a:latin typeface="Aptos"/>
                <a:ea typeface="Aptos"/>
              </a:rPr>
              <a:t>Enviai o vosso Espírito Santo!</a:t>
            </a:r>
            <a:endParaRPr lang="de-DE" sz="72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</p:spTree>
  </p:cSld>
  <mc:AlternateContent xmlns:mc="http://schemas.openxmlformats.org/markup-compatibility/2006" xmlns:p14="http://schemas.microsoft.com/office/powerpoint/2010/main"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Rectangle 9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440" y="0"/>
            <a:ext cx="12188520" cy="685764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Aptos"/>
            </a:endParaRPr>
          </a:p>
        </p:txBody>
      </p:sp>
      <p:pic>
        <p:nvPicPr>
          <p:cNvPr id="154" name="Espaço Reservado para Conteúdo 4"/>
          <p:cNvPicPr/>
          <p:nvPr/>
        </p:nvPicPr>
        <p:blipFill>
          <a:blip r:embed="rId2"/>
          <a:srcRect l="0" t="7" r="0" b="7"/>
          <a:stretch/>
        </p:blipFill>
        <p:spPr>
          <a:xfrm>
            <a:off x="0" y="1440"/>
            <a:ext cx="12202200" cy="6860160"/>
          </a:xfrm>
          <a:prstGeom prst="rect">
            <a:avLst/>
          </a:prstGeom>
          <a:noFill/>
          <a:ln w="0">
            <a:noFill/>
          </a:ln>
        </p:spPr>
      </p:pic>
    </p:spTree>
  </p:cSld>
  <mc:AlternateContent xmlns:mc="http://schemas.openxmlformats.org/markup-compatibility/2006" xmlns:p14="http://schemas.microsoft.com/office/powerpoint/2010/main"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PlaceHolder 1"/>
          <p:cNvSpPr>
            <a:spLocks noGrp="1"/>
          </p:cNvSpPr>
          <p:nvPr>
            <p:ph/>
          </p:nvPr>
        </p:nvSpPr>
        <p:spPr>
          <a:xfrm>
            <a:off x="838080" y="403920"/>
            <a:ext cx="10515240" cy="61257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BR" sz="7200" b="1" u="none" strike="noStrike">
                <a:solidFill>
                  <a:schemeClr val="dk1"/>
                </a:solidFill>
                <a:effectLst/>
                <a:uFillTx/>
                <a:latin typeface="Aptos"/>
                <a:ea typeface="Aptos"/>
              </a:rPr>
              <a:t>{{liturgia.misterio_fe}}</a:t>
            </a:r>
            <a:endParaRPr lang="de-DE" sz="72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</p:spTree>
  </p:cSld>
  <mc:AlternateContent xmlns:mc="http://schemas.openxmlformats.org/markup-compatibility/2006" xmlns:p14="http://schemas.microsoft.com/office/powerpoint/2010/main"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Rectangle 9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440" y="0"/>
            <a:ext cx="12188520" cy="685764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Aptos"/>
            </a:endParaRPr>
          </a:p>
        </p:txBody>
      </p:sp>
      <p:pic>
        <p:nvPicPr>
          <p:cNvPr id="154" name="Espaço Reservado para Conteúdo 4"/>
          <p:cNvPicPr/>
          <p:nvPr/>
        </p:nvPicPr>
        <p:blipFill>
          <a:blip r:embed="rId2"/>
          <a:srcRect l="0" t="7" r="0" b="7"/>
          <a:stretch/>
        </p:blipFill>
        <p:spPr>
          <a:xfrm>
            <a:off x="0" y="1440"/>
            <a:ext cx="12202200" cy="6860160"/>
          </a:xfrm>
          <a:prstGeom prst="rect">
            <a:avLst/>
          </a:prstGeom>
          <a:noFill/>
          <a:ln w="0">
            <a:noFill/>
          </a:ln>
        </p:spPr>
      </p:pic>
    </p:spTree>
  </p:cSld>
  <mc:AlternateContent xmlns:mc="http://schemas.openxmlformats.org/markup-compatibility/2006" xmlns:p14="http://schemas.microsoft.com/office/powerpoint/2010/main"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PlaceHolder 1"/>
          <p:cNvSpPr>
            <a:spLocks noGrp="1"/>
          </p:cNvSpPr>
          <p:nvPr>
            <p:ph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BR" sz="7200" b="1" u="none" strike="noStrike">
                <a:solidFill>
                  <a:srgbClr val="FF0000"/>
                </a:solidFill>
                <a:effectLst/>
                <a:uFillTx/>
                <a:latin typeface="Aptos"/>
              </a:rPr>
              <a:t>R:</a:t>
            </a:r>
            <a:r>
              <a:rPr lang="pt-BR" sz="7200" b="1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 </a:t>
            </a:r>
            <a:r>
              <a:rPr lang="pt-BR" sz="7200" b="1" u="none" strike="noStrike">
                <a:solidFill>
                  <a:schemeClr val="dk1"/>
                </a:solidFill>
                <a:effectLst/>
                <a:uFillTx/>
                <a:latin typeface="Aptos"/>
                <a:ea typeface="Aptos"/>
              </a:rPr>
              <a:t>Aceitai, ó Senhor, a nossa oferta!</a:t>
            </a:r>
            <a:endParaRPr lang="de-DE" sz="72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</p:spTree>
  </p:cSld>
  <mc:AlternateContent xmlns:mc="http://schemas.openxmlformats.org/markup-compatibility/2006" xmlns:p14="http://schemas.microsoft.com/office/powerpoint/2010/main"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Rectangle 9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440" y="0"/>
            <a:ext cx="12188520" cy="685764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Aptos"/>
            </a:endParaRPr>
          </a:p>
        </p:txBody>
      </p:sp>
      <p:pic>
        <p:nvPicPr>
          <p:cNvPr id="154" name="Espaço Reservado para Conteúdo 4"/>
          <p:cNvPicPr/>
          <p:nvPr/>
        </p:nvPicPr>
        <p:blipFill>
          <a:blip r:embed="rId2"/>
          <a:srcRect l="0" t="7" r="0" b="7"/>
          <a:stretch/>
        </p:blipFill>
        <p:spPr>
          <a:xfrm>
            <a:off x="0" y="1440"/>
            <a:ext cx="12202200" cy="6860160"/>
          </a:xfrm>
          <a:prstGeom prst="rect">
            <a:avLst/>
          </a:prstGeom>
          <a:noFill/>
          <a:ln w="0">
            <a:noFill/>
          </a:ln>
        </p:spPr>
      </p:pic>
    </p:spTree>
  </p:cSld>
  <mc:AlternateContent xmlns:mc="http://schemas.openxmlformats.org/markup-compatibility/2006" xmlns:p14="http://schemas.microsoft.com/office/powerpoint/2010/main"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PlaceHolder 1"/>
          <p:cNvSpPr>
            <a:spLocks noGrp="1"/>
          </p:cNvSpPr>
          <p:nvPr>
            <p:ph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BR" sz="7200" b="1" u="none" strike="noStrike">
                <a:solidFill>
                  <a:srgbClr val="FF0000"/>
                </a:solidFill>
                <a:effectLst/>
                <a:uFillTx/>
                <a:latin typeface="Aptos"/>
              </a:rPr>
              <a:t>R:</a:t>
            </a:r>
            <a:r>
              <a:rPr lang="pt-BR" sz="7200" b="1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 </a:t>
            </a:r>
            <a:r>
              <a:rPr lang="pt-BR" sz="7200" b="1" u="none" strike="noStrike">
                <a:solidFill>
                  <a:schemeClr val="dk1"/>
                </a:solidFill>
                <a:effectLst/>
                <a:uFillTx/>
                <a:latin typeface="Aptos"/>
                <a:ea typeface="Aptos"/>
              </a:rPr>
              <a:t>O Espírito nos una num só corpo!</a:t>
            </a:r>
            <a:endParaRPr lang="de-DE" sz="72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</p:spTree>
  </p:cSld>
  <mc:AlternateContent xmlns:mc="http://schemas.openxmlformats.org/markup-compatibility/2006" xmlns:p14="http://schemas.microsoft.com/office/powerpoint/2010/main"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Rectangle 9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440" y="0"/>
            <a:ext cx="12188520" cy="685764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Aptos"/>
            </a:endParaRPr>
          </a:p>
        </p:txBody>
      </p:sp>
      <p:pic>
        <p:nvPicPr>
          <p:cNvPr id="154" name="Espaço Reservado para Conteúdo 4"/>
          <p:cNvPicPr/>
          <p:nvPr/>
        </p:nvPicPr>
        <p:blipFill>
          <a:blip r:embed="rId2"/>
          <a:srcRect l="0" t="7" r="0" b="7"/>
          <a:stretch/>
        </p:blipFill>
        <p:spPr>
          <a:xfrm>
            <a:off x="0" y="1440"/>
            <a:ext cx="12202200" cy="6860160"/>
          </a:xfrm>
          <a:prstGeom prst="rect">
            <a:avLst/>
          </a:prstGeom>
          <a:noFill/>
          <a:ln w="0">
            <a:noFill/>
          </a:ln>
        </p:spPr>
      </p:pic>
    </p:spTree>
  </p:cSld>
  <mc:AlternateContent xmlns:mc="http://schemas.openxmlformats.org/markup-compatibility/2006" xmlns:p14="http://schemas.microsoft.com/office/powerpoint/2010/main"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PlaceHolder 1"/>
          <p:cNvSpPr>
            <a:spLocks noGrp="1"/>
          </p:cNvSpPr>
          <p:nvPr>
            <p:ph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BR" sz="7200" b="1" u="none" strike="noStrike">
                <a:solidFill>
                  <a:srgbClr val="FF0000"/>
                </a:solidFill>
                <a:effectLst/>
                <a:uFillTx/>
                <a:latin typeface="Aptos"/>
              </a:rPr>
              <a:t>R:</a:t>
            </a:r>
            <a:r>
              <a:rPr lang="pt-BR" sz="7200" b="1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 </a:t>
            </a:r>
            <a:r>
              <a:rPr lang="pt-BR" sz="7200" b="1" u="none" strike="noStrike">
                <a:solidFill>
                  <a:schemeClr val="dk1"/>
                </a:solidFill>
                <a:effectLst/>
                <a:uFillTx/>
                <a:latin typeface="Aptos"/>
                <a:ea typeface="Aptos"/>
              </a:rPr>
              <a:t>Confirmai na unidade a vossa Igreja!</a:t>
            </a:r>
            <a:endParaRPr lang="de-DE" sz="72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</p:spTree>
  </p:cSld>
  <mc:AlternateContent xmlns:mc="http://schemas.openxmlformats.org/markup-compatibility/2006" xmlns:p14="http://schemas.microsoft.com/office/powerpoint/2010/main"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Rectangle 9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440" y="0"/>
            <a:ext cx="12188520" cy="685764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Aptos"/>
            </a:endParaRPr>
          </a:p>
        </p:txBody>
      </p:sp>
      <p:pic>
        <p:nvPicPr>
          <p:cNvPr id="154" name="Espaço Reservado para Conteúdo 4"/>
          <p:cNvPicPr/>
          <p:nvPr/>
        </p:nvPicPr>
        <p:blipFill>
          <a:blip r:embed="rId2"/>
          <a:srcRect l="0" t="7" r="0" b="7"/>
          <a:stretch/>
        </p:blipFill>
        <p:spPr>
          <a:xfrm>
            <a:off x="0" y="1440"/>
            <a:ext cx="12202200" cy="6860160"/>
          </a:xfrm>
          <a:prstGeom prst="rect">
            <a:avLst/>
          </a:prstGeom>
          <a:noFill/>
          <a:ln w="0">
            <a:noFill/>
          </a:ln>
        </p:spPr>
      </p:pic>
    </p:spTree>
  </p:cSld>
  <mc:AlternateContent xmlns:mc="http://schemas.openxmlformats.org/markup-compatibility/2006" xmlns:p14="http://schemas.microsoft.com/office/powerpoint/2010/main"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PlaceHolder 1"/>
          <p:cNvSpPr>
            <a:spLocks noGrp="1"/>
          </p:cNvSpPr>
          <p:nvPr>
            <p:ph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BR" sz="7200" b="1" u="none" strike="noStrike">
                <a:solidFill>
                  <a:srgbClr val="FF0000"/>
                </a:solidFill>
                <a:effectLst/>
                <a:uFillTx/>
                <a:latin typeface="Aptos"/>
              </a:rPr>
              <a:t>R:</a:t>
            </a:r>
            <a:r>
              <a:rPr lang="pt-BR" sz="7200" b="1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 </a:t>
            </a:r>
            <a:r>
              <a:rPr lang="pt-BR" sz="7200" b="1" u="none" strike="noStrike">
                <a:solidFill>
                  <a:schemeClr val="dk1"/>
                </a:solidFill>
                <a:effectLst/>
                <a:uFillTx/>
                <a:latin typeface="Aptos"/>
                <a:ea typeface="Aptos"/>
              </a:rPr>
              <a:t>Concedei-lhes, ó Senhor, a luz eterna!</a:t>
            </a:r>
            <a:endParaRPr lang="de-DE" sz="72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</p:spTree>
  </p:cSld>
  <mc:AlternateContent xmlns:mc="http://schemas.openxmlformats.org/markup-compatibility/2006" xmlns:p14="http://schemas.microsoft.com/office/powerpoint/2010/main"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Rectangle 9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440" y="0"/>
            <a:ext cx="12188520" cy="685764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Aptos"/>
            </a:endParaRPr>
          </a:p>
        </p:txBody>
      </p:sp>
      <p:pic>
        <p:nvPicPr>
          <p:cNvPr id="154" name="Espaço Reservado para Conteúdo 4"/>
          <p:cNvPicPr/>
          <p:nvPr/>
        </p:nvPicPr>
        <p:blipFill>
          <a:blip r:embed="rId2"/>
          <a:srcRect l="0" t="7" r="0" b="7"/>
          <a:stretch/>
        </p:blipFill>
        <p:spPr>
          <a:xfrm>
            <a:off x="0" y="1440"/>
            <a:ext cx="12202200" cy="6860160"/>
          </a:xfrm>
          <a:prstGeom prst="rect">
            <a:avLst/>
          </a:prstGeom>
          <a:noFill/>
          <a:ln w="0">
            <a:noFill/>
          </a:ln>
        </p:spPr>
      </p:pic>
    </p:spTree>
  </p:cSld>
  <mc:AlternateContent xmlns:mc="http://schemas.openxmlformats.org/markup-compatibility/2006" xmlns:p14="http://schemas.microsoft.com/office/powerpoint/2010/main"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PlaceHolder 1"/>
          <p:cNvSpPr>
            <a:spLocks noGrp="1"/>
          </p:cNvSpPr>
          <p:nvPr>
            <p:ph/>
          </p:nvPr>
        </p:nvSpPr>
        <p:spPr>
          <a:xfrm>
            <a:off x="838080" y="1351800"/>
            <a:ext cx="10515240" cy="4825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endParaRPr lang="de-DE" sz="72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BR" sz="7200" b="1" u="none" strike="noStrike">
                <a:solidFill>
                  <a:srgbClr val="FF0000"/>
                </a:solidFill>
                <a:effectLst/>
                <a:uFillTx/>
                <a:latin typeface="Aptos"/>
              </a:rPr>
              <a:t>R:</a:t>
            </a:r>
            <a:r>
              <a:rPr lang="pt-BR" sz="7200" b="1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 Amém!</a:t>
            </a:r>
            <a:endParaRPr lang="de-DE" sz="72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</p:spTree>
  </p:cSld>
  <mc:AlternateContent xmlns:mc="http://schemas.openxmlformats.org/markup-compatibility/2006" xmlns:p14="http://schemas.microsoft.com/office/powerpoint/2010/main"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Tema do Offic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Escritório">
      <a:majorFont>
        <a:latin typeface="Aptos Display" panose="020F0302020204030204" pitchFamily="0" charset="1"/>
        <a:ea typeface=""/>
        <a:cs typeface=""/>
      </a:majorFont>
      <a:minorFont>
        <a:latin typeface="Aptos" panose="020B000402020202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  <a:ln w="2540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226</TotalTime>
  <Application>LibreOffice/26.2.5.2$Linux_X86_64 LibreOffice_project/620$Build-2</Application>
  <AppVersion>15.0000</AppVersion>
  <Words>984</Words>
  <Paragraphs>157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2026-01-25T19:41:48Z</dcterms:created>
  <dc:creator/>
  <dc:description/>
  <dc:language>pt-BR</dc:language>
  <cp:lastModifiedBy/>
  <dcterms:modified xsi:type="dcterms:W3CDTF">2026-09-26T22:11:44Z</dcterms:modified>
  <cp:revision>801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Widescreen</vt:lpwstr>
  </property>
  <property fmtid="{D5CDD505-2E9C-101B-9397-08002B2CF9AE}" pid="3" name="Slides">
    <vt:i4>72</vt:i4>
  </property>
</Properties>
</file>
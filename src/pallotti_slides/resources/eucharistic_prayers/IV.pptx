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7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 todos socorrestes com bondade!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Por amor nos enviastes vosso Filho!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Aceitai, ó Senhor, a nossa oferta!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Espírito nos una num só corpo!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Lembrai-vos, ó Pai, da vossa Igreja!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Concedei-lhes, ó Senhor, a luz eterna!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
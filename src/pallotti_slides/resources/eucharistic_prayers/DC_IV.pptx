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4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slide" Target="slides/slide1.xml"/><Relationship Id="rId74" Type="http://schemas.openxmlformats.org/officeDocument/2006/relationships/slide" Target="slides/slide2.xml"/><Relationship Id="rId75" Type="http://schemas.openxmlformats.org/officeDocument/2006/relationships/slide" Target="slides/slide3.xml"/><Relationship Id="rId76" Type="http://schemas.openxmlformats.org/officeDocument/2006/relationships/slide" Target="slides/slide4.xml"/><Relationship Id="rId77" Type="http://schemas.openxmlformats.org/officeDocument/2006/relationships/slide" Target="slides/slide5.xml"/><Relationship Id="rId78" Type="http://schemas.openxmlformats.org/officeDocument/2006/relationships/slide" Target="slides/slide6.xml"/><Relationship Id="rId79" Type="http://schemas.openxmlformats.org/officeDocument/2006/relationships/slide" Target="slides/slide7.xml"/><Relationship Id="rId80" Type="http://schemas.openxmlformats.org/officeDocument/2006/relationships/slide" Target="slides/slide8.xml"/><Relationship Id="rId81" Type="http://schemas.openxmlformats.org/officeDocument/2006/relationships/slide" Target="slides/slide9.xml"/><Relationship Id="rId82" Type="http://schemas.openxmlformats.org/officeDocument/2006/relationships/slide" Target="slides/slide10.xml"/><Relationship Id="rId83" Type="http://schemas.openxmlformats.org/officeDocument/2006/relationships/slide" Target="slides/slide11.xml"/><Relationship Id="rId84" Type="http://schemas.openxmlformats.org/officeDocument/2006/relationships/slide" Target="slides/slide12.xml"/><Relationship Id="rId85" Type="http://schemas.openxmlformats.org/officeDocument/2006/relationships/slide" Target="slides/slide13.xml"/><Relationship Id="rId86" Type="http://schemas.openxmlformats.org/officeDocument/2006/relationships/slide" Target="slides/slide14.xml"/><Relationship Id="rId87" Type="http://schemas.openxmlformats.org/officeDocument/2006/relationships/slide" Target="slides/slide15.xml"/><Relationship Id="rId88" Type="http://schemas.openxmlformats.org/officeDocument/2006/relationships/slide" Target="slides/slide16.xml"/><Relationship Id="rId89" Type="http://schemas.openxmlformats.org/officeDocument/2006/relationships/slide" Target="slides/slide17.xml"/><Relationship Id="rId90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4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6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6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6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Bendito o vosso Filho, presente entre nós!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Aceitai, ó Senhor, a nossa oferta!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Confirmai na unidade a vossa Igreja!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Ajudai-nos a criar um mundo novo!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Concedei-lhes, ó Senhor, a luz eterna!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
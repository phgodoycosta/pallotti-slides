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72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para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editar 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título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19C42-3E38-40EC-BA8D-68D59C3EAE9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0C19F-9EF4-4FDD-ACC2-0B3E3E0E463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671DA-2952-4CBD-9C2D-CB6CAC5FAFF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38B776-699A-44C8-B472-87612D3C373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2359D-ADAA-4336-9C0D-E5FAFD1375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8362-C30B-4B67-B2A0-24585584AA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7CCC4-5995-478A-8928-EE2B52CC2754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7448B-56EB-4CD7-9B99-675F13187C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E30AB-A821-4B32-9D07-640FFD2880DA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C934C-327A-42B2-8430-0745E569CA7D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2F7C0-C66C-4290-8443-A9DF26C46B5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Glória a vós, ó Pai, que em Cristo nos salvais.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Glória a vós, ó Pai, que em Cristo nos salvais.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Enviai o vosso Espírito Santo!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{{liturgia.misterio_fe}}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Com Jesus, recebei a nossa vida!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Glória a vós, ó Pai, que em Cristo nos salvais.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Fazei de nós um só corpo e um só espírito!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LibreOffice/26.2.5.2$Linux_X86_64 LibreOffice_project/620$Build-2</Application>
  <AppVersion>15.0000</AppVersion>
  <Words>984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2026-01-25T19:41:48Z</dcterms:created>
  <dc:creator/>
  <dc:description/>
  <dc:language>pt-BR</dc:language>
  <cp:lastModifiedBy/>
  <dcterms:modified xsi:type="dcterms:W3CDTF">2026-09-26T22:11:44Z</dcterms:modified>
  <cp:revision>801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72</vt:i4>
  </property>
</Properties>
</file>
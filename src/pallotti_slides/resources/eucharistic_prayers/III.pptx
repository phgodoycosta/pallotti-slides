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41" Type="http://schemas.openxmlformats.org/officeDocument/2006/relationships/notesMaster" Target="notesMasters/notesMaster1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oe=III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7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60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Aceitai, ó Senhor, a nossa oferta!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O Espírito nos una num só corpo! 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uma perfeita oferenda!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 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Lembrai-vos, ó Pai, da vossa Igreja!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Espaço Reservado para Conteúdo 4"/>
          <p:cNvPicPr/>
          <p:nvPr/>
        </p:nvPicPr>
        <p:blipFill>
          <a:blip r:embed="rId1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
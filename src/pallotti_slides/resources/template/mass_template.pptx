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4" r:id="rId11"/>
    <p:sldId id="265" r:id="rId12"/>
    <p:sldId id="269" r:id="rId16"/>
    <p:sldId id="270" r:id="rId17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  <p:sldId id="316" r:id="rId63"/>
    <p:sldId id="317" r:id="rId64"/>
    <p:sldId id="318" r:id="rId65"/>
    <p:sldId id="319" r:id="rId66"/>
    <p:sldId id="320" r:id="rId67"/>
    <p:sldId id="321" r:id="rId68"/>
    <p:sldId id="322" r:id="rId69"/>
    <p:sldId id="323" r:id="rId70"/>
    <p:sldId id="343" r:id="rId91"/>
    <p:sldId id="344" r:id="rId92"/>
    <p:sldId id="345" r:id="rId93"/>
    <p:sldId id="346" r:id="rId94"/>
    <p:sldId id="347" r:id="rId95"/>
    <p:sldId id="348" r:id="rId96"/>
    <p:sldId id="324" r:id="rId71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slide" Target="slides/slide24.xml"/><Relationship Id="rId37" Type="http://schemas.openxmlformats.org/officeDocument/2006/relationships/slide" Target="slides/slide25.xml"/><Relationship Id="rId38" Type="http://schemas.openxmlformats.org/officeDocument/2006/relationships/slide" Target="slides/slide26.xml"/><Relationship Id="rId41" Type="http://schemas.openxmlformats.org/officeDocument/2006/relationships/notesMaster" Target="notesMasters/notesMaster1.xml"/><Relationship Id="rId42" Type="http://schemas.openxmlformats.org/officeDocument/2006/relationships/slide" Target="slides/slide27.xml"/><Relationship Id="rId43" Type="http://schemas.openxmlformats.org/officeDocument/2006/relationships/slide" Target="slides/slide28.xml"/><Relationship Id="rId44" Type="http://schemas.openxmlformats.org/officeDocument/2006/relationships/slide" Target="slides/slide29.xml"/><Relationship Id="rId45" Type="http://schemas.openxmlformats.org/officeDocument/2006/relationships/slide" Target="slides/slide30.xml"/><Relationship Id="rId46" Type="http://schemas.openxmlformats.org/officeDocument/2006/relationships/slide" Target="slides/slide31.xml"/><Relationship Id="rId47" Type="http://schemas.openxmlformats.org/officeDocument/2006/relationships/slide" Target="slides/slide32.xml"/><Relationship Id="rId48" Type="http://schemas.openxmlformats.org/officeDocument/2006/relationships/slide" Target="slides/slide33.xml"/><Relationship Id="rId49" Type="http://schemas.openxmlformats.org/officeDocument/2006/relationships/slide" Target="slides/slide34.xml"/><Relationship Id="rId50" Type="http://schemas.openxmlformats.org/officeDocument/2006/relationships/slide" Target="slides/slide35.xml"/><Relationship Id="rId51" Type="http://schemas.openxmlformats.org/officeDocument/2006/relationships/slide" Target="slides/slide36.xml"/><Relationship Id="rId52" Type="http://schemas.openxmlformats.org/officeDocument/2006/relationships/slide" Target="slides/slide37.xml"/><Relationship Id="rId53" Type="http://schemas.openxmlformats.org/officeDocument/2006/relationships/slide" Target="slides/slide38.xml"/><Relationship Id="rId54" Type="http://schemas.openxmlformats.org/officeDocument/2006/relationships/slide" Target="slides/slide39.xml"/><Relationship Id="rId55" Type="http://schemas.openxmlformats.org/officeDocument/2006/relationships/slide" Target="slides/slide40.xml"/><Relationship Id="rId56" Type="http://schemas.openxmlformats.org/officeDocument/2006/relationships/slide" Target="slides/slide41.xml"/><Relationship Id="rId57" Type="http://schemas.openxmlformats.org/officeDocument/2006/relationships/slide" Target="slides/slide42.xml"/><Relationship Id="rId58" Type="http://schemas.openxmlformats.org/officeDocument/2006/relationships/slide" Target="slides/slide43.xml"/><Relationship Id="rId59" Type="http://schemas.openxmlformats.org/officeDocument/2006/relationships/slide" Target="slides/slide44.xml"/><Relationship Id="rId60" Type="http://schemas.openxmlformats.org/officeDocument/2006/relationships/slide" Target="slides/slide45.xml"/><Relationship Id="rId61" Type="http://schemas.openxmlformats.org/officeDocument/2006/relationships/slide" Target="slides/slide46.xml"/><Relationship Id="rId62" Type="http://schemas.openxmlformats.org/officeDocument/2006/relationships/slide" Target="slides/slide47.xml"/><Relationship Id="rId63" Type="http://schemas.openxmlformats.org/officeDocument/2006/relationships/slide" Target="slides/slide66.xml"/><Relationship Id="rId64" Type="http://schemas.openxmlformats.org/officeDocument/2006/relationships/slide" Target="slides/slide67.xml"/><Relationship Id="rId65" Type="http://schemas.openxmlformats.org/officeDocument/2006/relationships/slide" Target="slides/slide68.xml"/><Relationship Id="rId66" Type="http://schemas.openxmlformats.org/officeDocument/2006/relationships/slide" Target="slides/slide69.xml"/><Relationship Id="rId67" Type="http://schemas.openxmlformats.org/officeDocument/2006/relationships/slide" Target="slides/slide70.xml"/><Relationship Id="rId68" Type="http://schemas.openxmlformats.org/officeDocument/2006/relationships/slide" Target="slides/slide71.xml"/><Relationship Id="rId69" Type="http://schemas.openxmlformats.org/officeDocument/2006/relationships/slide" Target="slides/slide72.xml"/><Relationship Id="rId70" Type="http://schemas.openxmlformats.org/officeDocument/2006/relationships/slide" Target="slides/slide73.xml"/><Relationship Id="rId71" Type="http://schemas.openxmlformats.org/officeDocument/2006/relationships/slide" Target="slides/slide80.xml"/><Relationship Id="rId72" Type="http://schemas.openxmlformats.org/officeDocument/2006/relationships/presProps" Target="presProps.xml"/><Relationship Id="rId73" Type="http://schemas.openxmlformats.org/officeDocument/2006/relationships/slide" Target="slides/slide48.xml"/><Relationship Id="rId74" Type="http://schemas.openxmlformats.org/officeDocument/2006/relationships/slide" Target="slides/slide49.xml"/><Relationship Id="rId75" Type="http://schemas.openxmlformats.org/officeDocument/2006/relationships/slide" Target="slides/slide50.xml"/><Relationship Id="rId76" Type="http://schemas.openxmlformats.org/officeDocument/2006/relationships/slide" Target="slides/slide51.xml"/><Relationship Id="rId77" Type="http://schemas.openxmlformats.org/officeDocument/2006/relationships/slide" Target="slides/slide52.xml"/><Relationship Id="rId78" Type="http://schemas.openxmlformats.org/officeDocument/2006/relationships/slide" Target="slides/slide53.xml"/><Relationship Id="rId79" Type="http://schemas.openxmlformats.org/officeDocument/2006/relationships/slide" Target="slides/slide54.xml"/><Relationship Id="rId80" Type="http://schemas.openxmlformats.org/officeDocument/2006/relationships/slide" Target="slides/slide55.xml"/><Relationship Id="rId81" Type="http://schemas.openxmlformats.org/officeDocument/2006/relationships/slide" Target="slides/slide56.xml"/><Relationship Id="rId82" Type="http://schemas.openxmlformats.org/officeDocument/2006/relationships/slide" Target="slides/slide57.xml"/><Relationship Id="rId83" Type="http://schemas.openxmlformats.org/officeDocument/2006/relationships/slide" Target="slides/slide58.xml"/><Relationship Id="rId84" Type="http://schemas.openxmlformats.org/officeDocument/2006/relationships/slide" Target="slides/slide59.xml"/><Relationship Id="rId85" Type="http://schemas.openxmlformats.org/officeDocument/2006/relationships/slide" Target="slides/slide60.xml"/><Relationship Id="rId86" Type="http://schemas.openxmlformats.org/officeDocument/2006/relationships/slide" Target="slides/slide61.xml"/><Relationship Id="rId87" Type="http://schemas.openxmlformats.org/officeDocument/2006/relationships/slide" Target="slides/slide62.xml"/><Relationship Id="rId88" Type="http://schemas.openxmlformats.org/officeDocument/2006/relationships/slide" Target="slides/slide63.xml"/><Relationship Id="rId89" Type="http://schemas.openxmlformats.org/officeDocument/2006/relationships/slide" Target="slides/slide64.xml"/><Relationship Id="rId90" Type="http://schemas.openxmlformats.org/officeDocument/2006/relationships/slide" Target="slides/slide65.xml"/><Relationship Id="rId91" Type="http://schemas.openxmlformats.org/officeDocument/2006/relationships/slide" Target="slides/slide74.xml"/><Relationship Id="rId92" Type="http://schemas.openxmlformats.org/officeDocument/2006/relationships/slide" Target="slides/slide75.xml"/><Relationship Id="rId93" Type="http://schemas.openxmlformats.org/officeDocument/2006/relationships/slide" Target="slides/slide76.xml"/><Relationship Id="rId94" Type="http://schemas.openxmlformats.org/officeDocument/2006/relationships/slide" Target="slides/slide77.xml"/><Relationship Id="rId95" Type="http://schemas.openxmlformats.org/officeDocument/2006/relationships/slide" Target="slides/slide78.xml"/><Relationship Id="rId96" Type="http://schemas.openxmlformats.org/officeDocument/2006/relationships/slide" Target="slides/slide7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fixo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fixo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canto=mantra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grupo=canto:entrada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canto=entrada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grupo=canto:ato_penitencial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canto=ato_penitencial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grupo=canto:gloria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canto=gloria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fixo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fixo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fixo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fixo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grupo=segunda_leitura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grupo=segunda_leitura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canto=aclamacao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fixo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fixo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fixo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fixo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fixo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fixo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fixo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fixo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grupo=canto:ofertorio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canto=ofertorio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fixo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fixo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fixo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fixo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fixo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fixo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fixo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oe=III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oe=III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oe=III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oe=III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oe=III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oe=III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oe=III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oe=III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oe=III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oe=III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oe=III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oe=III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oe=III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oe=III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oe=DC_IV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oe=DC_IV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oe=DC_IV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oe=DC_IV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oe=DC_IV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oe=DC_IV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oe=DC_IV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oe=DC_IV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oe=DC_IV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oe=DC_IV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oe=DC_IV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oe=DC_IV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oe=DC_IV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oe=DC_IV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oe=DC_IV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oe=DC_IV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oe=DC_IV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oe=DC_IV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fixo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fixo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fixo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fixo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fixo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fixo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fixo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fixo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grupo=canto:comunhao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canto=comunhao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grupo=canto:pos_comunhao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canto=pos_comunhao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grupo=canto:saida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canto=saida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fixo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lide de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def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</a:pP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</a:t>
            </a: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para </a:t>
            </a: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editar o </a:t>
            </a: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título </a:t>
            </a: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mestre</a:t>
            </a:r>
            <a:endParaRPr lang="de-DE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0F19C42-3E38-40EC-BA8D-68D59C3EAE9E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de-DE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ítulo e texto vertic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110C19F-9EF4-4FDD-ACC2-0B3E3E0E463E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ítulo e texto verticai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F1671DA-2952-4CBD-9C2D-CB6CAC5FAFF0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ítulo e conteú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738B776-699A-44C8-B472-87612D3C3739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beçalho da Seçã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pt-BR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400" b="0" u="none" strike="noStrike">
              <a:solidFill>
                <a:schemeClr val="dk1">
                  <a:tint val="82000"/>
                </a:schemeClr>
              </a:solidFill>
              <a:effectLst/>
              <a:uFillTx/>
              <a:latin typeface="Aptos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0B2359D-ADAA-4336-9C0D-E5FAFD137529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uas Partes de Conteú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1A88362-C30B-4B67-B2A0-24585584AA29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açã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pt-BR" sz="2400" b="1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pt-BR" sz="2400" b="1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677CCC4-5995-478A-8928-EE2B52CC2754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omente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E67448B-56EB-4CD7-9B99-675F13187CC9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m branc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A3E30AB-A821-4B32-9D07-640FFD2880DA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údo com Legen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pt-BR" sz="16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D6C934C-327A-42B2-8430-0745E569CA7D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m com Legen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914400"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371600"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828800"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0"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743200"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pt-BR" sz="16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BF2F7C0-C66C-4290-8443-A9DF26C46B56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eg"/><Relationship Id="rId3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eg"/><Relationship Id="rId3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eg"/><Relationship Id="rId3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eg"/><Relationship Id="rId3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eg"/><Relationship Id="rId3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eg"/><Relationship Id="rId3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eg"/><Relationship Id="rId3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eg"/><Relationship Id="rId3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eg"/><Relationship Id="rId3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notesSlide" Target="../notesSlides/notesSlide7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61" name="Imagem 3"/>
          <p:cNvPicPr/>
          <p:nvPr/>
        </p:nvPicPr>
        <p:blipFill>
          <a:blip r:embed="rId1">
            <a:alphaModFix amt="50000"/>
          </a:blip>
          <a:srcRect l="0" t="10384" r="0" b="10384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900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de-DE" sz="6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COM CARINHO E RESPEITO,</a:t>
            </a:r>
            <a:br>
              <a:rPr sz="6000"/>
            </a:br>
            <a:r>
              <a:rPr lang="de-DE" sz="6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DESLIGUE O SEU CELULAR!</a:t>
            </a:r>
            <a:endParaRPr lang="de-DE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withEffect">
                                  <p:stCondLst>
                                    <p:cond delay="1000"/>
                                  </p:stCondLst>
                                  <p:iterate type="el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7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Imagem 3"/>
          <p:cNvPicPr/>
          <p:nvPr/>
        </p:nvPicPr>
        <p:blipFill>
          <a:blip r:embed="rId1"/>
          <a:srcRect l="0" t="10384" r="0" b="10384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" name="Rectangle 3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320080"/>
            <a:ext cx="12191760" cy="736200"/>
          </a:xfrm>
          <a:prstGeom prst="rect">
            <a:avLst/>
          </a:prstGeom>
          <a:solidFill>
            <a:schemeClr val="lt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65" name="CaixaDeTexto 2"/>
          <p:cNvSpPr/>
          <p:nvPr/>
        </p:nvSpPr>
        <p:spPr>
          <a:xfrm>
            <a:off x="523800" y="5317200"/>
            <a:ext cx="11210400" cy="74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ctr">
            <a:normAutofit/>
          </a:bodyPr>
          <a:p>
            <a:pPr algn="ctr" defTabSz="914400">
              <a:lnSpc>
                <a:spcPct val="90000"/>
              </a:lnSpc>
              <a:spcAft>
                <a:spcPts val="601"/>
              </a:spcAft>
            </a:pPr>
            <a:r>
              <a:rPr lang="en-US" sz="36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Aptos Display"/>
              </a:rPr>
              <a:t>{{celebracao.titulo}}</a:t>
            </a:r>
            <a:endParaRPr lang="pt-B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6" name="Straight Connector 3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0" y="5241960"/>
            <a:ext cx="12192120" cy="360"/>
          </a:xfrm>
          <a:prstGeom prst="straightConnector1">
            <a:avLst/>
          </a:prstGeom>
          <a:ln w="41275">
            <a:solidFill>
              <a:schemeClr val="lt1">
                <a:alpha val="90000"/>
              </a:schemeClr>
            </a:solidFill>
          </a:ln>
        </p:spPr>
      </p:cxnSp>
      <p:cxnSp>
        <p:nvCxnSpPr>
          <p:cNvPr id="67" name="Straight Connector 4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0" y="6134760"/>
            <a:ext cx="12192120" cy="360"/>
          </a:xfrm>
          <a:prstGeom prst="straightConnector1">
            <a:avLst/>
          </a:prstGeom>
          <a:ln w="41275">
            <a:solidFill>
              <a:schemeClr val="lt1">
                <a:alpha val="90000"/>
              </a:schemeClr>
            </a:solidFill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/>
          </p:nvPr>
        </p:nvSpPr>
        <p:spPr>
          <a:xfrm>
            <a:off x="114480" y="1248480"/>
            <a:ext cx="11944080" cy="5426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54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{{canto.texto}}</a:t>
            </a:r>
            <a:endParaRPr lang="de-DE" sz="5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69" name="CaixaDeTexto 4"/>
          <p:cNvSpPr/>
          <p:nvPr/>
        </p:nvSpPr>
        <p:spPr>
          <a:xfrm>
            <a:off x="240120" y="213480"/>
            <a:ext cx="155124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28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{{canto.rotulo}}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71" name="Imagem 3"/>
          <p:cNvPicPr/>
          <p:nvPr/>
        </p:nvPicPr>
        <p:blipFill>
          <a:blip r:embed="rId1"/>
          <a:srcRect l="0" t="10428" r="0" b="10428"/>
          <a:stretch/>
        </p:blipFill>
        <p:spPr>
          <a:xfrm>
            <a:off x="0" y="1440"/>
            <a:ext cx="12191760" cy="6856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/>
          </p:nvPr>
        </p:nvSpPr>
        <p:spPr>
          <a:xfrm>
            <a:off x="383760" y="1396080"/>
            <a:ext cx="11423520" cy="5279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{{canto.texto}}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73" name="CaixaDeTexto 4"/>
          <p:cNvSpPr/>
          <p:nvPr/>
        </p:nvSpPr>
        <p:spPr>
          <a:xfrm>
            <a:off x="240120" y="213480"/>
            <a:ext cx="303804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28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{{canto.rotulo}}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ctangle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81" name="Imagem 3"/>
          <p:cNvPicPr/>
          <p:nvPr/>
        </p:nvPicPr>
        <p:blipFill>
          <a:blip r:embed="rId1"/>
          <a:srcRect l="0" t="10428" r="0" b="10428"/>
          <a:stretch/>
        </p:blipFill>
        <p:spPr>
          <a:xfrm>
            <a:off x="0" y="1440"/>
            <a:ext cx="12191760" cy="6856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/>
          </p:nvPr>
        </p:nvSpPr>
        <p:spPr>
          <a:xfrm>
            <a:off x="114480" y="1248480"/>
            <a:ext cx="11944080" cy="5426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anchorCtr="1">
            <a:noAutofit/>
          </a:bodyPr>
          <a:p>
            <a:pPr marL="228600" indent="-22860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pt-BR" sz="5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{{canto.texto}}</a:t>
            </a:r>
            <a:endParaRPr lang="de-DE" sz="5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83" name="CaixaDeTexto 4"/>
          <p:cNvSpPr/>
          <p:nvPr/>
        </p:nvSpPr>
        <p:spPr>
          <a:xfrm>
            <a:off x="240120" y="213480"/>
            <a:ext cx="303804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28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{{canto.rotulo}}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ectangle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91" name="Imagem 3"/>
          <p:cNvPicPr/>
          <p:nvPr/>
        </p:nvPicPr>
        <p:blipFill>
          <a:blip r:embed="rId1"/>
          <a:srcRect l="0" t="10428" r="0" b="10428"/>
          <a:stretch/>
        </p:blipFill>
        <p:spPr>
          <a:xfrm>
            <a:off x="0" y="1440"/>
            <a:ext cx="12191760" cy="6856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/>
          </p:nvPr>
        </p:nvSpPr>
        <p:spPr>
          <a:xfrm>
            <a:off x="180000" y="815760"/>
            <a:ext cx="11944080" cy="585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anchorCtr="1">
            <a:noAutofit/>
          </a:bodyPr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pt-BR" sz="54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{{canto.texto}}</a:t>
            </a:r>
            <a:endParaRPr lang="de-DE" sz="5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93" name="CaixaDeTexto 9"/>
          <p:cNvSpPr/>
          <p:nvPr/>
        </p:nvSpPr>
        <p:spPr>
          <a:xfrm>
            <a:off x="240120" y="213480"/>
            <a:ext cx="303804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28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{{canto.rotulo}}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03" name="Imagem 1"/>
          <p:cNvPicPr/>
          <p:nvPr/>
        </p:nvPicPr>
        <p:blipFill>
          <a:blip r:embed="rId1"/>
          <a:srcRect l="0" t="10428" r="0" b="10428"/>
          <a:stretch/>
        </p:blipFill>
        <p:spPr>
          <a:xfrm>
            <a:off x="0" y="1440"/>
            <a:ext cx="12191760" cy="6856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Espaço Reservado para Conteúdo 3"/>
          <p:cNvPicPr/>
          <p:nvPr/>
        </p:nvPicPr>
        <p:blipFill>
          <a:blip r:embed="rId1"/>
          <a:srcRect l="404" t="27750" r="-564" b="25162"/>
          <a:stretch/>
        </p:blipFill>
        <p:spPr>
          <a:xfrm>
            <a:off x="-107280" y="-435600"/>
            <a:ext cx="12428280" cy="7305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5" name="Retângulo 5"/>
          <p:cNvSpPr/>
          <p:nvPr/>
        </p:nvSpPr>
        <p:spPr>
          <a:xfrm>
            <a:off x="-107280" y="5573520"/>
            <a:ext cx="12299400" cy="1294200"/>
          </a:xfrm>
          <a:prstGeom prst="rect">
            <a:avLst/>
          </a:prstGeom>
          <a:solidFill>
            <a:schemeClr val="tx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06" name="CaixaDeTexto 4"/>
          <p:cNvSpPr/>
          <p:nvPr/>
        </p:nvSpPr>
        <p:spPr>
          <a:xfrm>
            <a:off x="2375280" y="5712840"/>
            <a:ext cx="7441200" cy="100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pt-BR" sz="6000" b="1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{{liturgia.primeira_leitura}}</a:t>
            </a:r>
            <a:endParaRPr lang="pt-BR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/>
          </p:nvPr>
        </p:nvSpPr>
        <p:spPr>
          <a:xfrm>
            <a:off x="838080" y="570960"/>
            <a:ext cx="10515240" cy="560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Palavra do Senhor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Graças a Deus!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/>
          </p:nvPr>
        </p:nvSpPr>
        <p:spPr>
          <a:xfrm>
            <a:off x="1135440" y="431640"/>
            <a:ext cx="9911160" cy="560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4800" b="0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Salmo </a:t>
            </a:r>
            <a:r>
              <a:rPr lang="pt-BR" sz="4800" b="0" u="none" strike="noStrike">
                <a:solidFill>
                  <a:srgbClr val="FF0000"/>
                </a:solidFill>
                <a:effectLst/>
                <a:uFillTx/>
                <a:latin typeface="Aptos"/>
                <a:ea typeface="Aptos"/>
              </a:rPr>
              <a:t>{{liturgia.salmo_numero}}</a:t>
            </a:r>
            <a:endParaRPr lang="de-DE" sz="4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de-DE" sz="4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pt-BR" sz="48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{{liturgia.salmo_refrao}}</a:t>
            </a:r>
            <a:endParaRPr lang="de-DE" sz="4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Espaço Reservado para Conteúdo 3"/>
          <p:cNvPicPr/>
          <p:nvPr/>
        </p:nvPicPr>
        <p:blipFill>
          <a:blip r:embed="rId1"/>
          <a:srcRect l="278" t="50830" r="-278" b="17922"/>
          <a:stretch/>
        </p:blipFill>
        <p:spPr>
          <a:xfrm>
            <a:off x="-114840" y="0"/>
            <a:ext cx="12340440" cy="6875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0" name="Retângulo 5"/>
          <p:cNvSpPr/>
          <p:nvPr/>
        </p:nvSpPr>
        <p:spPr>
          <a:xfrm>
            <a:off x="-114840" y="5313240"/>
            <a:ext cx="12306600" cy="1544400"/>
          </a:xfrm>
          <a:prstGeom prst="rect">
            <a:avLst/>
          </a:prstGeom>
          <a:solidFill>
            <a:schemeClr val="tx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11" name="CaixaDeTexto 4"/>
          <p:cNvSpPr/>
          <p:nvPr/>
        </p:nvSpPr>
        <p:spPr>
          <a:xfrm>
            <a:off x="1614240" y="5623920"/>
            <a:ext cx="8963280" cy="91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pt-BR" sz="5400" b="1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{{liturgia.segunda_leitura}}</a:t>
            </a:r>
            <a:endParaRPr lang="pt-BR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/>
          </p:nvPr>
        </p:nvSpPr>
        <p:spPr>
          <a:xfrm>
            <a:off x="838080" y="570960"/>
            <a:ext cx="10515240" cy="560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Palavra do Senhor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Graças a Deus!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/>
          </p:nvPr>
        </p:nvSpPr>
        <p:spPr>
          <a:xfrm>
            <a:off x="114480" y="1130760"/>
            <a:ext cx="11944080" cy="5544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54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{{canto.texto}}</a:t>
            </a:r>
            <a:endParaRPr lang="de-DE" sz="5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14" name="CaixaDeTexto 4"/>
          <p:cNvSpPr/>
          <p:nvPr/>
        </p:nvSpPr>
        <p:spPr>
          <a:xfrm>
            <a:off x="240120" y="213480"/>
            <a:ext cx="303804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28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{{canto.rotulo}}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/>
          </p:nvPr>
        </p:nvSpPr>
        <p:spPr>
          <a:xfrm>
            <a:off x="838080" y="1351800"/>
            <a:ext cx="10515240" cy="4825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Glória a vós, Senhor!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Rectangle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17" name="Imagem 3"/>
          <p:cNvPicPr/>
          <p:nvPr/>
        </p:nvPicPr>
        <p:blipFill>
          <a:blip r:embed="rId1"/>
          <a:srcRect l="0" t="10428" r="0" b="10428"/>
          <a:stretch/>
        </p:blipFill>
        <p:spPr>
          <a:xfrm>
            <a:off x="0" y="1440"/>
            <a:ext cx="12191760" cy="6856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8" name="Retângulo 1"/>
          <p:cNvSpPr/>
          <p:nvPr/>
        </p:nvSpPr>
        <p:spPr>
          <a:xfrm>
            <a:off x="-2160" y="5302800"/>
            <a:ext cx="12192840" cy="1554840"/>
          </a:xfrm>
          <a:prstGeom prst="rect">
            <a:avLst/>
          </a:prstGeom>
          <a:solidFill>
            <a:schemeClr val="tx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19" name="CaixaDeTexto 2"/>
          <p:cNvSpPr/>
          <p:nvPr/>
        </p:nvSpPr>
        <p:spPr>
          <a:xfrm>
            <a:off x="3836880" y="5572440"/>
            <a:ext cx="4518000" cy="100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pt-BR" sz="6000" b="1" u="none" strike="noStrike">
                <a:solidFill>
                  <a:schemeClr val="lt1"/>
                </a:solidFill>
                <a:effectLst/>
                <a:uFillTx/>
                <a:latin typeface="Aptos"/>
                <a:ea typeface="Aptos"/>
              </a:rPr>
              <a:t>{{liturgia.evangelho}}</a:t>
            </a:r>
            <a:endParaRPr lang="pt-BR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/>
          </p:nvPr>
        </p:nvSpPr>
        <p:spPr>
          <a:xfrm>
            <a:off x="838080" y="1351800"/>
            <a:ext cx="10515240" cy="4825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Glória a vós, Senhor!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Rectangle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22" name="Imagem 3"/>
          <p:cNvPicPr/>
          <p:nvPr/>
        </p:nvPicPr>
        <p:blipFill>
          <a:blip r:embed="rId1"/>
          <a:srcRect l="0" t="10428" r="0" b="10428"/>
          <a:stretch/>
        </p:blipFill>
        <p:spPr>
          <a:xfrm>
            <a:off x="0" y="1440"/>
            <a:ext cx="12191760" cy="6856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/>
          </p:nvPr>
        </p:nvSpPr>
        <p:spPr>
          <a:xfrm>
            <a:off x="838080" y="1621080"/>
            <a:ext cx="10515240" cy="413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{{liturgia.preces_refrao}}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24" name="CaixaDeTexto 3"/>
          <p:cNvSpPr/>
          <p:nvPr/>
        </p:nvSpPr>
        <p:spPr>
          <a:xfrm>
            <a:off x="240120" y="213480"/>
            <a:ext cx="380952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28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Preces da Assembleia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Rectangle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26" name="Imagem 3"/>
          <p:cNvPicPr/>
          <p:nvPr/>
        </p:nvPicPr>
        <p:blipFill>
          <a:blip r:embed="rId1"/>
          <a:srcRect l="0" t="10428" r="0" b="10428"/>
          <a:stretch/>
        </p:blipFill>
        <p:spPr>
          <a:xfrm>
            <a:off x="0" y="1440"/>
            <a:ext cx="12191760" cy="6856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/>
          </p:nvPr>
        </p:nvSpPr>
        <p:spPr>
          <a:xfrm>
            <a:off x="838080" y="952200"/>
            <a:ext cx="10515240" cy="5085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5400" b="1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Recebei</a:t>
            </a:r>
            <a:r>
              <a:rPr lang="pt-BR" sz="54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, Senhor, minha oferta! Não é uma esmola porque não sois mendigo. Não é uma contribuição porque não precisais. Não é resto que me sobra que vos ofereço.</a:t>
            </a:r>
            <a:endParaRPr lang="de-DE" sz="5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28" name="CaixaDeTexto 3"/>
          <p:cNvSpPr/>
          <p:nvPr/>
        </p:nvSpPr>
        <p:spPr>
          <a:xfrm>
            <a:off x="240120" y="213480"/>
            <a:ext cx="380952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28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Oração da Partilha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/>
          </p:nvPr>
        </p:nvSpPr>
        <p:spPr>
          <a:xfrm>
            <a:off x="838080" y="952200"/>
            <a:ext cx="10515240" cy="5085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5400" b="1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Esta</a:t>
            </a:r>
            <a:r>
              <a:rPr lang="pt-BR" sz="54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 importância representa, Senhor, meu Reconhecimento, meu amor! Pois se tenho é porque me destes. AMÉM!</a:t>
            </a:r>
            <a:endParaRPr lang="de-DE" sz="5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30" name="CaixaDeTexto 3"/>
          <p:cNvSpPr/>
          <p:nvPr/>
        </p:nvSpPr>
        <p:spPr>
          <a:xfrm>
            <a:off x="240120" y="213480"/>
            <a:ext cx="380952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28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Oração da Partilha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Rectangle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32" name="Imagem 3"/>
          <p:cNvPicPr/>
          <p:nvPr/>
        </p:nvPicPr>
        <p:blipFill>
          <a:blip r:embed="rId1"/>
          <a:srcRect l="0" t="10428" r="0" b="10428"/>
          <a:stretch/>
        </p:blipFill>
        <p:spPr>
          <a:xfrm>
            <a:off x="0" y="1440"/>
            <a:ext cx="12191760" cy="6856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/>
          </p:nvPr>
        </p:nvSpPr>
        <p:spPr>
          <a:xfrm>
            <a:off x="114480" y="1047600"/>
            <a:ext cx="11944080" cy="562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pt-BR" sz="42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{{canto.texto}}</a:t>
            </a:r>
            <a:endParaRPr lang="de-DE" sz="4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34" name="CaixaDeTexto 4"/>
          <p:cNvSpPr/>
          <p:nvPr/>
        </p:nvSpPr>
        <p:spPr>
          <a:xfrm>
            <a:off x="240120" y="213480"/>
            <a:ext cx="303804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28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{{canto.rotulo}}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Rectangle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42" name="Imagem 3"/>
          <p:cNvPicPr/>
          <p:nvPr/>
        </p:nvPicPr>
        <p:blipFill>
          <a:blip r:embed="rId1"/>
          <a:srcRect l="0" t="10428" r="0" b="10428"/>
          <a:stretch/>
        </p:blipFill>
        <p:spPr>
          <a:xfrm>
            <a:off x="0" y="1440"/>
            <a:ext cx="12191760" cy="6856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/>
          </p:nvPr>
        </p:nvSpPr>
        <p:spPr>
          <a:xfrm>
            <a:off x="838080" y="775440"/>
            <a:ext cx="10515240" cy="540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Receba o Senhor por tuas mãos este sacrifício, para glória do seu nome, para nosso bem e de toda a sua santa Igreja! 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45" name="Espaço Reservado para Conteúdo 4"/>
          <p:cNvPicPr/>
          <p:nvPr/>
        </p:nvPicPr>
        <p:blipFill>
          <a:blip r:embed="rId1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/>
          </p:nvPr>
        </p:nvSpPr>
        <p:spPr>
          <a:xfrm>
            <a:off x="838080" y="314640"/>
            <a:ext cx="10515240" cy="628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4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O Senhor esteja convosco. </a:t>
            </a:r>
            <a:br>
              <a:rPr sz="4800"/>
            </a:br>
            <a:r>
              <a:rPr lang="pt-BR" sz="48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4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Ele está no meio de nós!</a:t>
            </a:r>
            <a:br>
              <a:rPr sz="4800"/>
            </a:br>
            <a:br>
              <a:rPr sz="4800"/>
            </a:br>
            <a:r>
              <a:rPr lang="pt-BR" sz="4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Corações ao alto! </a:t>
            </a:r>
            <a:br>
              <a:rPr sz="4800"/>
            </a:br>
            <a:r>
              <a:rPr lang="pt-BR" sz="48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 </a:t>
            </a:r>
            <a:r>
              <a:rPr lang="pt-BR" sz="4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O nosso coração está em Deus!</a:t>
            </a:r>
            <a:endParaRPr lang="de-DE" sz="4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de-DE" sz="4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4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Demos graças ao Senhor, nosso Deus!</a:t>
            </a:r>
            <a:br>
              <a:rPr sz="4800"/>
            </a:br>
            <a:r>
              <a:rPr lang="pt-BR" sz="48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 </a:t>
            </a:r>
            <a:r>
              <a:rPr lang="pt-BR" sz="4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É nosso dever e nossa salvação! </a:t>
            </a:r>
            <a:endParaRPr lang="de-DE" sz="4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de-DE" sz="4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de-DE" sz="4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br>
              <a:rPr sz="7200"/>
            </a:b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48" name="Espaço Reservado para Conteúdo 4"/>
          <p:cNvPicPr/>
          <p:nvPr/>
        </p:nvPicPr>
        <p:blipFill>
          <a:blip r:embed="rId1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/>
          </p:nvPr>
        </p:nvSpPr>
        <p:spPr>
          <a:xfrm>
            <a:off x="1108440" y="1211400"/>
            <a:ext cx="9964800" cy="494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4800" b="0" u="none" strike="noStrike">
                <a:solidFill>
                  <a:schemeClr val="dk1"/>
                </a:solidFill>
                <a:effectLst/>
                <a:highlight>
                  <a:srgbClr val="FFFFFF"/>
                </a:highlight>
                <a:uFillTx/>
                <a:latin typeface="Aptos"/>
              </a:rPr>
              <a:t>Santo, Santo, Santo Senhor Deus do universo. O céu e a terra proclamam a vossa glória.</a:t>
            </a:r>
            <a:endParaRPr lang="de-DE" sz="4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de-DE" sz="4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4800" b="1" u="none" strike="noStrike">
                <a:solidFill>
                  <a:schemeClr val="dk1"/>
                </a:solidFill>
                <a:effectLst/>
                <a:highlight>
                  <a:srgbClr val="FFFFFF"/>
                </a:highlight>
                <a:uFillTx/>
                <a:latin typeface="Aptos"/>
              </a:rPr>
              <a:t>Hosana nas alturas. Hosaana! </a:t>
            </a:r>
            <a:endParaRPr lang="de-DE" sz="4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50" name="CaixaDeTexto 4"/>
          <p:cNvSpPr/>
          <p:nvPr/>
        </p:nvSpPr>
        <p:spPr>
          <a:xfrm>
            <a:off x="240120" y="213480"/>
            <a:ext cx="303804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28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Santo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/>
          </p:nvPr>
        </p:nvSpPr>
        <p:spPr>
          <a:xfrm>
            <a:off x="1108440" y="1211400"/>
            <a:ext cx="9964800" cy="494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4800" b="0" u="none" strike="noStrike">
                <a:solidFill>
                  <a:schemeClr val="dk1"/>
                </a:solidFill>
                <a:effectLst/>
                <a:highlight>
                  <a:srgbClr val="FFFFFF"/>
                </a:highlight>
                <a:uFillTx/>
                <a:latin typeface="Aptos"/>
              </a:rPr>
              <a:t>Bendito aquele que vem em nome do Senhor!</a:t>
            </a:r>
            <a:br>
              <a:rPr sz="4800"/>
            </a:br>
            <a:r>
              <a:rPr lang="pt-BR" sz="4800" b="0" u="none" strike="noStrike">
                <a:solidFill>
                  <a:schemeClr val="dk1"/>
                </a:solidFill>
                <a:effectLst/>
                <a:highlight>
                  <a:srgbClr val="FFFFFF"/>
                </a:highlight>
                <a:uFillTx/>
                <a:latin typeface="Aptos"/>
              </a:rPr>
              <a:t>Bendito aquele que vem em nome do Senhor!</a:t>
            </a:r>
            <a:endParaRPr lang="de-DE" sz="4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de-DE" sz="4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4800" b="1" u="none" strike="noStrike">
                <a:solidFill>
                  <a:schemeClr val="dk1"/>
                </a:solidFill>
                <a:effectLst/>
                <a:highlight>
                  <a:srgbClr val="FFFFFF"/>
                </a:highlight>
                <a:uFillTx/>
                <a:latin typeface="Aptos"/>
              </a:rPr>
              <a:t>Hosana nas alturas. Hosaana! </a:t>
            </a:r>
            <a:endParaRPr lang="de-DE" sz="4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52" name="CaixaDeTexto 4"/>
          <p:cNvSpPr/>
          <p:nvPr/>
        </p:nvSpPr>
        <p:spPr>
          <a:xfrm>
            <a:off x="240120" y="213480"/>
            <a:ext cx="303804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28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Santo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54" name="Espaço Reservado para Conteúdo 4"/>
          <p:cNvPicPr/>
          <p:nvPr/>
        </p:nvPicPr>
        <p:blipFill>
          <a:blip r:embed="rId1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Enviai o vosso Espírito Santo!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57" name="Espaço Reservado para Conteúdo 4"/>
          <p:cNvPicPr/>
          <p:nvPr/>
        </p:nvPicPr>
        <p:blipFill>
          <a:blip r:embed="rId1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/>
          </p:nvPr>
        </p:nvSpPr>
        <p:spPr>
          <a:xfrm>
            <a:off x="838080" y="403920"/>
            <a:ext cx="10515240" cy="612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{{liturgia.misterio_fe}}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60" name="Espaço Reservado para Conteúdo 4"/>
          <p:cNvPicPr/>
          <p:nvPr/>
        </p:nvPicPr>
        <p:blipFill>
          <a:blip r:embed="rId1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Aceitai, ó Senhor, a nossa oferta! 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Espaço Reservado para Conteúdo 4"/>
          <p:cNvPicPr/>
          <p:nvPr/>
        </p:nvPicPr>
        <p:blipFill>
          <a:blip r:embed="rId1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O Espírito nos una num só corpo! 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Espaço Reservado para Conteúdo 4"/>
          <p:cNvPicPr/>
          <p:nvPr/>
        </p:nvPicPr>
        <p:blipFill>
          <a:blip r:embed="rId1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 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Fazei de nós uma perfeita oferenda!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Espaço Reservado para Conteúdo 4"/>
          <p:cNvPicPr/>
          <p:nvPr/>
        </p:nvPicPr>
        <p:blipFill>
          <a:blip r:embed="rId1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 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Lembrai-vos, ó Pai, da vossa Igreja!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Espaço Reservado para Conteúdo 4"/>
          <p:cNvPicPr/>
          <p:nvPr/>
        </p:nvPicPr>
        <p:blipFill>
          <a:blip r:embed="rId1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/>
          </p:nvPr>
        </p:nvSpPr>
        <p:spPr>
          <a:xfrm>
            <a:off x="838080" y="1351800"/>
            <a:ext cx="10515240" cy="4825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Amém!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54" name="Espaço Reservado para Conteúdo 4"/>
          <p:cNvPicPr/>
          <p:nvPr/>
        </p:nvPicPr>
        <p:blipFill>
          <a:blip r:embed="rId2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Bendito o vosso Filho, presente entre nós!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54" name="Espaço Reservado para Conteúdo 4"/>
          <p:cNvPicPr/>
          <p:nvPr/>
        </p:nvPicPr>
        <p:blipFill>
          <a:blip r:embed="rId2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Enviai o vosso Espírito Santo!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54" name="Espaço Reservado para Conteúdo 4"/>
          <p:cNvPicPr/>
          <p:nvPr/>
        </p:nvPicPr>
        <p:blipFill>
          <a:blip r:embed="rId2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/>
          </p:nvPr>
        </p:nvSpPr>
        <p:spPr>
          <a:xfrm>
            <a:off x="838080" y="403920"/>
            <a:ext cx="10515240" cy="612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{{liturgia.misterio_fe}}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54" name="Espaço Reservado para Conteúdo 4"/>
          <p:cNvPicPr/>
          <p:nvPr/>
        </p:nvPicPr>
        <p:blipFill>
          <a:blip r:embed="rId2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Aceitai, ó Senhor, a nossa oferta!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54" name="Espaço Reservado para Conteúdo 4"/>
          <p:cNvPicPr/>
          <p:nvPr/>
        </p:nvPicPr>
        <p:blipFill>
          <a:blip r:embed="rId2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O Espírito nos una num só corpo!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54" name="Espaço Reservado para Conteúdo 4"/>
          <p:cNvPicPr/>
          <p:nvPr/>
        </p:nvPicPr>
        <p:blipFill>
          <a:blip r:embed="rId2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Confirmai na unidade a vossa Igreja!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54" name="Espaço Reservado para Conteúdo 4"/>
          <p:cNvPicPr/>
          <p:nvPr/>
        </p:nvPicPr>
        <p:blipFill>
          <a:blip r:embed="rId2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Ajudai-nos a criar um mundo novo!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54" name="Espaço Reservado para Conteúdo 4"/>
          <p:cNvPicPr/>
          <p:nvPr/>
        </p:nvPicPr>
        <p:blipFill>
          <a:blip r:embed="rId2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Concedei-lhes, ó Senhor, a luz eterna!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54" name="Espaço Reservado para Conteúdo 4"/>
          <p:cNvPicPr/>
          <p:nvPr/>
        </p:nvPicPr>
        <p:blipFill>
          <a:blip r:embed="rId2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/>
          </p:nvPr>
        </p:nvSpPr>
        <p:spPr>
          <a:xfrm>
            <a:off x="838080" y="1351800"/>
            <a:ext cx="10515240" cy="4825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Amém!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Espaço Reservado para Conteúdo 4"/>
          <p:cNvPicPr/>
          <p:nvPr/>
        </p:nvPicPr>
        <p:blipFill>
          <a:blip r:embed="rId1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 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Vosso é o Reino, o poder e a glória para sempre! 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/>
          </p:nvPr>
        </p:nvSpPr>
        <p:spPr>
          <a:xfrm>
            <a:off x="838080" y="1351800"/>
            <a:ext cx="10515240" cy="4825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Amém!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 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O amor de Cristo nos uniu!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Espaço Reservado para Conteúdo 4"/>
          <p:cNvPicPr/>
          <p:nvPr/>
        </p:nvPicPr>
        <p:blipFill>
          <a:blip r:embed="rId1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/>
          </p:nvPr>
        </p:nvSpPr>
        <p:spPr>
          <a:xfrm>
            <a:off x="1108440" y="1211400"/>
            <a:ext cx="9964800" cy="494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4800" b="1" u="none" strike="noStrike">
                <a:solidFill>
                  <a:schemeClr val="dk1"/>
                </a:solidFill>
                <a:effectLst/>
                <a:highlight>
                  <a:srgbClr val="FFFFFF"/>
                </a:highlight>
                <a:uFillTx/>
                <a:latin typeface="Aptos"/>
              </a:rPr>
              <a:t>Cordeiro de Deus, que tirais o pecado do mundo</a:t>
            </a:r>
            <a:br>
              <a:rPr sz="4800"/>
            </a:br>
            <a:r>
              <a:rPr lang="pt-BR" sz="4800" b="1" u="none" strike="noStrike">
                <a:solidFill>
                  <a:schemeClr val="dk1"/>
                </a:solidFill>
                <a:effectLst/>
                <a:highlight>
                  <a:srgbClr val="FFFFFF"/>
                </a:highlight>
                <a:uFillTx/>
                <a:latin typeface="Aptos"/>
              </a:rPr>
              <a:t>tende piedade de nós. (2x)</a:t>
            </a:r>
            <a:br>
              <a:rPr sz="4800"/>
            </a:br>
            <a:br>
              <a:rPr sz="4800"/>
            </a:br>
            <a:r>
              <a:rPr lang="pt-BR" sz="4800" b="1" u="none" strike="noStrike">
                <a:solidFill>
                  <a:schemeClr val="dk1"/>
                </a:solidFill>
                <a:effectLst/>
                <a:highlight>
                  <a:srgbClr val="FFFFFF"/>
                </a:highlight>
                <a:uFillTx/>
                <a:latin typeface="Aptos"/>
              </a:rPr>
              <a:t>Cordeiro de Deus, que tirais o pecado do mundo dai-nos a Paz.</a:t>
            </a:r>
            <a:endParaRPr lang="de-DE" sz="4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76" name="CaixaDeTexto 4"/>
          <p:cNvSpPr/>
          <p:nvPr/>
        </p:nvSpPr>
        <p:spPr>
          <a:xfrm>
            <a:off x="240120" y="213480"/>
            <a:ext cx="303804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28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Cordeiro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/>
          </p:nvPr>
        </p:nvSpPr>
        <p:spPr>
          <a:xfrm>
            <a:off x="838080" y="403920"/>
            <a:ext cx="10515240" cy="612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Senhor, eu não sou digno(a) de que entreis em minha morada, mas dizei uma palavra e serei salvo(a)!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79" name="Espaço Reservado para Conteúdo 4"/>
          <p:cNvPicPr/>
          <p:nvPr/>
        </p:nvPicPr>
        <p:blipFill>
          <a:blip r:embed="rId1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71" name="Imagem 3"/>
          <p:cNvPicPr/>
          <p:nvPr/>
        </p:nvPicPr>
        <p:blipFill>
          <a:blip r:embed="rId2"/>
          <a:srcRect l="0" t="10428" r="0" b="10428"/>
          <a:stretch/>
        </p:blipFill>
        <p:spPr>
          <a:xfrm>
            <a:off x="0" y="1440"/>
            <a:ext cx="12191760" cy="6856200"/>
          </a:xfrm>
          <a:prstGeom prst="rect">
            <a:avLst/>
          </a:prstGeom>
          <a:noFill/>
          <a:ln w="0">
            <a:noFill/>
          </a:ln>
        </p:spPr>
      </p:pic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/>
          </p:nvPr>
        </p:nvSpPr>
        <p:spPr>
          <a:xfrm>
            <a:off x="114480" y="1047600"/>
            <a:ext cx="11944080" cy="562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pt-BR" sz="42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{{canto.texto}}</a:t>
            </a:r>
            <a:endParaRPr lang="de-DE" sz="4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34" name="CaixaDeTexto 4"/>
          <p:cNvSpPr/>
          <p:nvPr/>
        </p:nvSpPr>
        <p:spPr>
          <a:xfrm>
            <a:off x="240120" y="213480"/>
            <a:ext cx="303804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28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{{canto.rotulo}}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71" name="Imagem 3"/>
          <p:cNvPicPr/>
          <p:nvPr/>
        </p:nvPicPr>
        <p:blipFill>
          <a:blip r:embed="rId2"/>
          <a:srcRect l="0" t="10428" r="0" b="10428"/>
          <a:stretch/>
        </p:blipFill>
        <p:spPr>
          <a:xfrm>
            <a:off x="0" y="1440"/>
            <a:ext cx="12191760" cy="6856200"/>
          </a:xfrm>
          <a:prstGeom prst="rect">
            <a:avLst/>
          </a:prstGeom>
          <a:noFill/>
          <a:ln w="0">
            <a:noFill/>
          </a:ln>
        </p:spPr>
      </p:pic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/>
          </p:nvPr>
        </p:nvSpPr>
        <p:spPr>
          <a:xfrm>
            <a:off x="114480" y="1047600"/>
            <a:ext cx="11944080" cy="562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pt-BR" sz="42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{{canto.texto}}</a:t>
            </a:r>
            <a:endParaRPr lang="de-DE" sz="4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34" name="CaixaDeTexto 4"/>
          <p:cNvSpPr/>
          <p:nvPr/>
        </p:nvSpPr>
        <p:spPr>
          <a:xfrm>
            <a:off x="240120" y="213480"/>
            <a:ext cx="303804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28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{{canto.rotulo}}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71" name="Imagem 3"/>
          <p:cNvPicPr/>
          <p:nvPr/>
        </p:nvPicPr>
        <p:blipFill>
          <a:blip r:embed="rId2"/>
          <a:srcRect l="0" t="10428" r="0" b="10428"/>
          <a:stretch/>
        </p:blipFill>
        <p:spPr>
          <a:xfrm>
            <a:off x="0" y="1440"/>
            <a:ext cx="12191760" cy="6856200"/>
          </a:xfrm>
          <a:prstGeom prst="rect">
            <a:avLst/>
          </a:prstGeom>
          <a:noFill/>
          <a:ln w="0">
            <a:noFill/>
          </a:ln>
        </p:spPr>
      </p:pic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/>
          </p:nvPr>
        </p:nvSpPr>
        <p:spPr>
          <a:xfrm>
            <a:off x="114480" y="1047600"/>
            <a:ext cx="11944080" cy="562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pt-BR" sz="42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{{canto.texto}}</a:t>
            </a:r>
            <a:endParaRPr lang="de-DE" sz="4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34" name="CaixaDeTexto 4"/>
          <p:cNvSpPr/>
          <p:nvPr/>
        </p:nvSpPr>
        <p:spPr>
          <a:xfrm>
            <a:off x="240120" y="213480"/>
            <a:ext cx="303804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28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{{canto.rotulo}}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Rectangle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81" name="Imagem 3"/>
          <p:cNvPicPr/>
          <p:nvPr/>
        </p:nvPicPr>
        <p:blipFill>
          <a:blip r:embed="rId1"/>
          <a:srcRect l="0" t="10428" r="0" b="10428"/>
          <a:stretch/>
        </p:blipFill>
        <p:spPr>
          <a:xfrm>
            <a:off x="0" y="1440"/>
            <a:ext cx="12191760" cy="6856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 pitchFamily="0" charset="1"/>
        <a:ea typeface=""/>
        <a:cs typeface=""/>
      </a:majorFont>
      <a:minorFont>
        <a:latin typeface="Aptos" panose="020B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226</TotalTime>
  <Application>LibreOffice/26.2.5.2$Linux_X86_64 LibreOffice_project/620$Build-2</Application>
  <AppVersion>15.0000</AppVersion>
  <Words>984</Words>
  <Paragraphs>157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2026-01-25T19:41:48Z</dcterms:created>
  <dc:creator/>
  <dc:description/>
  <dc:language>pt-BR</dc:language>
  <cp:lastModifiedBy/>
  <dcterms:modified xsi:type="dcterms:W3CDTF">2026-09-26T22:11:44Z</dcterms:modified>
  <cp:revision>801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72</vt:i4>
  </property>
</Properties>
</file>
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4" r:id="rId11"/>
    <p:sldId id="265" r:id="rId12"/>
    <p:sldId id="269" r:id="rId16"/>
    <p:sldId id="270" r:id="rId17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5" r:id="rId73"/>
    <p:sldId id="326" r:id="rId74"/>
    <p:sldId id="327" r:id="rId75"/>
    <p:sldId id="328" r:id="rId76"/>
    <p:sldId id="329" r:id="rId77"/>
    <p:sldId id="330" r:id="rId78"/>
    <p:sldId id="324" r:id="rId7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41" Type="http://schemas.openxmlformats.org/officeDocument/2006/relationships/notesMaster" Target="notesMasters/notesMaster1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62.xml"/><Relationship Id="rId72" Type="http://schemas.openxmlformats.org/officeDocument/2006/relationships/presProps" Target="presProps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8.xml"/><Relationship Id="rId76" Type="http://schemas.openxmlformats.org/officeDocument/2006/relationships/slide" Target="slides/slide59.xml"/><Relationship Id="rId77" Type="http://schemas.openxmlformats.org/officeDocument/2006/relationships/slide" Target="slides/slide60.xml"/><Relationship Id="rId7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canto=mantra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grupo=canto:entrada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canto=entrada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grupo=canto:ato_penitencial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canto=ato_penitencial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grupo=canto:gloria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canto=gloria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grupo=segunda_leitura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grupo=segunda_leitura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canto=aclamacao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grupo=canto:ofertorio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canto=ofertorio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grupo=canto:pos_comunhao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canto=pos_comunhao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grupo=canto:saida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canto=saida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para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editar o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título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F19C42-3E38-40EC-BA8D-68D59C3EAE9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10C19F-9EF4-4FDD-ACC2-0B3E3E0E463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e texto vertica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1671DA-2952-4CBD-9C2D-CB6CAC5FAFF0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38B776-699A-44C8-B472-87612D3C373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B2359D-ADAA-4336-9C0D-E5FAFD13752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A88362-C30B-4B67-B2A0-24585584AA2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77CCC4-5995-478A-8928-EE2B52CC2754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67448B-56EB-4CD7-9B99-675F13187CC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3E30AB-A821-4B32-9D07-640FFD2880DA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6C934C-327A-42B2-8430-0745E569CA7D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F2F7C0-C66C-4290-8443-A9DF26C46B56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1" name="Imagem 3"/>
          <p:cNvPicPr/>
          <p:nvPr/>
        </p:nvPicPr>
        <p:blipFill>
          <a:blip r:embed="rId1">
            <a:alphaModFix amt="50000"/>
          </a:blip>
          <a:srcRect l="0" t="10384" r="0" b="10384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de-DE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 CARINHO E RESPEITO,</a:t>
            </a:r>
            <a:br>
              <a:rPr sz="6000"/>
            </a:br>
            <a:r>
              <a:rPr lang="de-DE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DESLIGUE O SEU CELULAR!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1000"/>
                                  </p:stCondLst>
                                  <p:iterate type="el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Imagem 3"/>
          <p:cNvPicPr/>
          <p:nvPr/>
        </p:nvPicPr>
        <p:blipFill>
          <a:blip r:embed="rId1"/>
          <a:srcRect l="0" t="10384" r="0" b="10384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320080"/>
            <a:ext cx="12191760" cy="7362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523800" y="5317200"/>
            <a:ext cx="11210400" cy="7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ctr">
            <a:normAutofit/>
          </a:bodyPr>
          <a:p>
            <a:pPr algn="ctr" defTabSz="914400">
              <a:lnSpc>
                <a:spcPct val="90000"/>
              </a:lnSpc>
              <a:spcAft>
                <a:spcPts val="601"/>
              </a:spcAft>
            </a:pPr>
            <a:r>
              <a:rPr lang="en-US" sz="3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Aptos Display"/>
              </a:rPr>
              <a:t>{{celebracao.titulo}}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Straight Connector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5241960"/>
            <a:ext cx="12192120" cy="360"/>
          </a:xfrm>
          <a:prstGeom prst="straightConnector1">
            <a:avLst/>
          </a:prstGeom>
          <a:ln w="41275">
            <a:solidFill>
              <a:schemeClr val="lt1">
                <a:alpha val="90000"/>
              </a:schemeClr>
            </a:solidFill>
          </a:ln>
        </p:spPr>
      </p:cxnSp>
      <p:cxnSp>
        <p:nvCxnSpPr>
          <p:cNvPr id="67" name="Straight Connector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134760"/>
            <a:ext cx="12192120" cy="360"/>
          </a:xfrm>
          <a:prstGeom prst="straightConnector1">
            <a:avLst/>
          </a:prstGeom>
          <a:ln w="41275">
            <a:solidFill>
              <a:schemeClr val="lt1">
                <a:alpha val="90000"/>
              </a:schemeClr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114480" y="1248480"/>
            <a:ext cx="1194408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9" name="CaixaDeTexto 4"/>
          <p:cNvSpPr/>
          <p:nvPr/>
        </p:nvSpPr>
        <p:spPr>
          <a:xfrm>
            <a:off x="240120" y="213480"/>
            <a:ext cx="15512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/>
          </p:nvPr>
        </p:nvSpPr>
        <p:spPr>
          <a:xfrm>
            <a:off x="383760" y="1396080"/>
            <a:ext cx="11423520" cy="477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3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8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/>
          </p:nvPr>
        </p:nvSpPr>
        <p:spPr>
          <a:xfrm>
            <a:off x="114480" y="1248480"/>
            <a:ext cx="1194408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5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3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9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/>
          </p:nvPr>
        </p:nvSpPr>
        <p:spPr>
          <a:xfrm>
            <a:off x="180000" y="815760"/>
            <a:ext cx="1194408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9"/>
          <p:cNvSpPr/>
          <p:nvPr/>
        </p:nvSpPr>
        <p:spPr>
          <a:xfrm>
            <a:off x="240120" y="213480"/>
            <a:ext cx="303804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03" name="Imagem 1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Espaço Reservado para Conteúdo 3"/>
          <p:cNvPicPr/>
          <p:nvPr/>
        </p:nvPicPr>
        <p:blipFill>
          <a:blip r:embed="rId1"/>
          <a:srcRect l="404" t="27750" r="-564" b="25162"/>
          <a:stretch/>
        </p:blipFill>
        <p:spPr>
          <a:xfrm>
            <a:off x="-107280" y="-435600"/>
            <a:ext cx="12428280" cy="730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Retângulo 5"/>
          <p:cNvSpPr/>
          <p:nvPr/>
        </p:nvSpPr>
        <p:spPr>
          <a:xfrm>
            <a:off x="-107280" y="5573520"/>
            <a:ext cx="12299400" cy="129420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CaixaDeTexto 4"/>
          <p:cNvSpPr/>
          <p:nvPr/>
        </p:nvSpPr>
        <p:spPr>
          <a:xfrm>
            <a:off x="2375280" y="5712840"/>
            <a:ext cx="744120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6000" b="1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{{liturgia.primeira_leitura}}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/>
          </p:nvPr>
        </p:nvSpPr>
        <p:spPr>
          <a:xfrm>
            <a:off x="838080" y="570960"/>
            <a:ext cx="1051524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Palavra do Senhor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Graças a Deus!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/>
          </p:nvPr>
        </p:nvSpPr>
        <p:spPr>
          <a:xfrm>
            <a:off x="1135440" y="431640"/>
            <a:ext cx="991116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Salmo </a:t>
            </a:r>
            <a:r>
              <a:rPr lang="pt-BR" sz="4800" b="0" u="none" strike="noStrike">
                <a:solidFill>
                  <a:srgbClr val="FF0000"/>
                </a:solidFill>
                <a:effectLst/>
                <a:uFillTx/>
                <a:latin typeface="Aptos"/>
                <a:ea typeface="Aptos"/>
              </a:rPr>
              <a:t>{{liturgia.salmo_numero}}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{{liturgia.salmo_refrao}}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Espaço Reservado para Conteúdo 3"/>
          <p:cNvPicPr/>
          <p:nvPr/>
        </p:nvPicPr>
        <p:blipFill>
          <a:blip r:embed="rId1"/>
          <a:srcRect l="278" t="50830" r="-278" b="17922"/>
          <a:stretch/>
        </p:blipFill>
        <p:spPr>
          <a:xfrm>
            <a:off x="-114840" y="0"/>
            <a:ext cx="12340440" cy="68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tângulo 5"/>
          <p:cNvSpPr/>
          <p:nvPr/>
        </p:nvSpPr>
        <p:spPr>
          <a:xfrm>
            <a:off x="-114840" y="5313240"/>
            <a:ext cx="12306600" cy="154440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1" name="CaixaDeTexto 4"/>
          <p:cNvSpPr/>
          <p:nvPr/>
        </p:nvSpPr>
        <p:spPr>
          <a:xfrm>
            <a:off x="1614240" y="5623920"/>
            <a:ext cx="896328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5400" b="1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{{liturgia.segunda_leitura}}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/>
          </p:nvPr>
        </p:nvSpPr>
        <p:spPr>
          <a:xfrm>
            <a:off x="838080" y="570960"/>
            <a:ext cx="1051524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Palavra do Senhor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Graças a Deus!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/>
          </p:nvPr>
        </p:nvSpPr>
        <p:spPr>
          <a:xfrm>
            <a:off x="114480" y="1130760"/>
            <a:ext cx="11944080" cy="51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Glória a vós, Senhor!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17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Retângulo 1"/>
          <p:cNvSpPr/>
          <p:nvPr/>
        </p:nvSpPr>
        <p:spPr>
          <a:xfrm>
            <a:off x="-2160" y="5302800"/>
            <a:ext cx="12192840" cy="155484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9" name="CaixaDeTexto 2"/>
          <p:cNvSpPr/>
          <p:nvPr/>
        </p:nvSpPr>
        <p:spPr>
          <a:xfrm>
            <a:off x="3836880" y="5572440"/>
            <a:ext cx="451800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6000" b="1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{{liturgia.evangelho}}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Glória a vós, Senhor!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2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/>
          </p:nvPr>
        </p:nvSpPr>
        <p:spPr>
          <a:xfrm>
            <a:off x="838080" y="1621080"/>
            <a:ext cx="10515240" cy="413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{{liturgia.preces_refrao}}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4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Preces da Assembleia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26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/>
          </p:nvPr>
        </p:nvSpPr>
        <p:spPr>
          <a:xfrm>
            <a:off x="838080" y="952200"/>
            <a:ext cx="10515240" cy="508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Recebei</a:t>
            </a: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, Senhor, minha oferta! Não é uma esmola porque não sois mendigo. Não é uma contribuição porque não precisais. Não é resto que me sobra que vos ofereço.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8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Oração da Partilha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/>
          </p:nvPr>
        </p:nvSpPr>
        <p:spPr>
          <a:xfrm>
            <a:off x="838080" y="952200"/>
            <a:ext cx="10515240" cy="508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Esta</a:t>
            </a: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 importância representa, Senhor, meu Reconhecimento, meu amor! Pois se tenho é porque me destes. AMÉM!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0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Oração da Partilha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3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992160" y="1047600"/>
            <a:ext cx="1017324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/>
          </p:nvPr>
        </p:nvSpPr>
        <p:spPr>
          <a:xfrm>
            <a:off x="838080" y="775440"/>
            <a:ext cx="10515240" cy="540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Receba o Senhor por tuas mãos este sacrifício, para glória do seu nome, para nosso bem e de toda a sua santa Igreja!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5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/>
          </p:nvPr>
        </p:nvSpPr>
        <p:spPr>
          <a:xfrm>
            <a:off x="838080" y="314640"/>
            <a:ext cx="10515240" cy="628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 Senhor esteja convosco. 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Ele está no meio de nós!</a:t>
            </a:r>
            <a:br>
              <a:rPr sz="4800"/>
            </a:br>
            <a:br>
              <a:rPr sz="4800"/>
            </a:b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Corações ao alto! 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 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 nosso coração está em Deus!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Demos graças ao Senhor, nosso Deus!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 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É nosso dever e nossa salvação!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br>
              <a:rPr sz="7200"/>
            </a:b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8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Santo, Santo, Santo Senhor Deus do universo. O céu e a terra proclamam a vossa glória.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Hosana nas alturas. Hosaana!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Santo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Bendito aquele que vem em nome do Senhor!</a:t>
            </a:r>
            <a:br>
              <a:rPr sz="4800"/>
            </a:b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Bendito aquele que vem em nome do Senhor!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Hosana nas alturas. Hosaana!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Santo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5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Enviai o vosso Espírito Santo!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57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/>
          </p:nvPr>
        </p:nvSpPr>
        <p:spPr>
          <a:xfrm>
            <a:off x="838080" y="403920"/>
            <a:ext cx="10515240" cy="612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{{liturgia.misterio_fe}}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60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Aceitai, ó Senhor, a nossa oferta!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O Espírito nos una num só corpo!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Fazei de nós uma perfeita oferenda!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Lembrai-vos, ó Pai, da vossa Igreja!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Amém!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Vosso é o Reino, o poder e a glória para sempre! 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Amém!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O amor de Cristo nos uniu!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Cordeiro de Deus, que tirais o pecado do mundo</a:t>
            </a:r>
            <a:br>
              <a:rPr sz="4800"/>
            </a:b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tende piedade de nós. (2x)</a:t>
            </a:r>
            <a:br>
              <a:rPr sz="4800"/>
            </a:br>
            <a:br>
              <a:rPr sz="4800"/>
            </a:b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Cordeiro de Deus, que tirais o pecado do mundo dai-nos a Paz.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6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Cordeiro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/>
          </p:nvPr>
        </p:nvSpPr>
        <p:spPr>
          <a:xfrm>
            <a:off x="838080" y="403920"/>
            <a:ext cx="10515240" cy="612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Senhor, eu não sou digno(a) de que entreis em minha morada, mas dizei uma palavra e serei salvo(a)!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79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992160" y="1047600"/>
            <a:ext cx="1017324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992160" y="1047600"/>
            <a:ext cx="1017324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992160" y="1047600"/>
            <a:ext cx="1017324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8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</TotalTime>
  <Application>LibreOffice/26.2.5.2$Linux_X86_64 LibreOffice_project/620$Build-2</Application>
  <AppVersion>15.0000</AppVersion>
  <Words>984</Words>
  <Paragraphs>157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2026-01-25T19:41:48Z</dcterms:created>
  <dc:creator/>
  <dc:description/>
  <dc:language>pt-BR</dc:language>
  <cp:lastModifiedBy/>
  <dcterms:modified xsi:type="dcterms:W3CDTF">2026-09-26T22:11:44Z</dcterms:modified>
  <cp:revision>801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72</vt:i4>
  </property>
</Properties>
</file>
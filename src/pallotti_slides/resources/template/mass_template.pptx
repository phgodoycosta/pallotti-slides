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4" r:id="rId11"/>
    <p:sldId id="265" r:id="rId12"/>
    <p:sldId id="269" r:id="rId16"/>
    <p:sldId id="270" r:id="rId17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  <p:sldId id="284" r:id="rId31"/>
    <p:sldId id="285" r:id="rId32"/>
    <p:sldId id="286" r:id="rId33"/>
    <p:sldId id="287" r:id="rId34"/>
    <p:sldId id="288" r:id="rId35"/>
    <p:sldId id="289" r:id="rId36"/>
    <p:sldId id="290" r:id="rId37"/>
    <p:sldId id="291" r:id="rId38"/>
    <p:sldId id="295" r:id="rId42"/>
    <p:sldId id="296" r:id="rId43"/>
    <p:sldId id="297" r:id="rId44"/>
    <p:sldId id="298" r:id="rId45"/>
    <p:sldId id="299" r:id="rId46"/>
    <p:sldId id="300" r:id="rId47"/>
    <p:sldId id="301" r:id="rId48"/>
    <p:sldId id="302" r:id="rId49"/>
    <p:sldId id="303" r:id="rId50"/>
    <p:sldId id="304" r:id="rId51"/>
    <p:sldId id="305" r:id="rId52"/>
    <p:sldId id="306" r:id="rId53"/>
    <p:sldId id="307" r:id="rId54"/>
    <p:sldId id="308" r:id="rId55"/>
    <p:sldId id="309" r:id="rId56"/>
    <p:sldId id="310" r:id="rId57"/>
    <p:sldId id="311" r:id="rId58"/>
    <p:sldId id="312" r:id="rId59"/>
    <p:sldId id="313" r:id="rId60"/>
    <p:sldId id="314" r:id="rId61"/>
    <p:sldId id="315" r:id="rId62"/>
    <p:sldId id="316" r:id="rId63"/>
    <p:sldId id="317" r:id="rId64"/>
    <p:sldId id="318" r:id="rId65"/>
    <p:sldId id="319" r:id="rId66"/>
    <p:sldId id="320" r:id="rId67"/>
    <p:sldId id="321" r:id="rId68"/>
    <p:sldId id="322" r:id="rId69"/>
    <p:sldId id="323" r:id="rId70"/>
    <p:sldId id="325" r:id="rId73"/>
    <p:sldId id="326" r:id="rId74"/>
    <p:sldId id="327" r:id="rId75"/>
    <p:sldId id="328" r:id="rId76"/>
    <p:sldId id="329" r:id="rId77"/>
    <p:sldId id="330" r:id="rId78"/>
    <p:sldId id="324" r:id="rId71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22" Type="http://schemas.openxmlformats.org/officeDocument/2006/relationships/slide" Target="slides/slide10.xml"/><Relationship Id="rId23" Type="http://schemas.openxmlformats.org/officeDocument/2006/relationships/slide" Target="slides/slide11.xml"/><Relationship Id="rId24" Type="http://schemas.openxmlformats.org/officeDocument/2006/relationships/slide" Target="slides/slide12.xml"/><Relationship Id="rId25" Type="http://schemas.openxmlformats.org/officeDocument/2006/relationships/slide" Target="slides/slide13.xml"/><Relationship Id="rId26" Type="http://schemas.openxmlformats.org/officeDocument/2006/relationships/slide" Target="slides/slide14.xml"/><Relationship Id="rId27" Type="http://schemas.openxmlformats.org/officeDocument/2006/relationships/slide" Target="slides/slide15.xml"/><Relationship Id="rId28" Type="http://schemas.openxmlformats.org/officeDocument/2006/relationships/slide" Target="slides/slide16.xml"/><Relationship Id="rId29" Type="http://schemas.openxmlformats.org/officeDocument/2006/relationships/slide" Target="slides/slide17.xml"/><Relationship Id="rId30" Type="http://schemas.openxmlformats.org/officeDocument/2006/relationships/slide" Target="slides/slide18.xml"/><Relationship Id="rId31" Type="http://schemas.openxmlformats.org/officeDocument/2006/relationships/slide" Target="slides/slide19.xml"/><Relationship Id="rId32" Type="http://schemas.openxmlformats.org/officeDocument/2006/relationships/slide" Target="slides/slide20.xml"/><Relationship Id="rId33" Type="http://schemas.openxmlformats.org/officeDocument/2006/relationships/slide" Target="slides/slide21.xml"/><Relationship Id="rId34" Type="http://schemas.openxmlformats.org/officeDocument/2006/relationships/slide" Target="slides/slide22.xml"/><Relationship Id="rId35" Type="http://schemas.openxmlformats.org/officeDocument/2006/relationships/slide" Target="slides/slide23.xml"/><Relationship Id="rId36" Type="http://schemas.openxmlformats.org/officeDocument/2006/relationships/slide" Target="slides/slide24.xml"/><Relationship Id="rId37" Type="http://schemas.openxmlformats.org/officeDocument/2006/relationships/slide" Target="slides/slide25.xml"/><Relationship Id="rId38" Type="http://schemas.openxmlformats.org/officeDocument/2006/relationships/slide" Target="slides/slide26.xml"/><Relationship Id="rId41" Type="http://schemas.openxmlformats.org/officeDocument/2006/relationships/notesMaster" Target="notesMasters/notesMaster1.xml"/><Relationship Id="rId42" Type="http://schemas.openxmlformats.org/officeDocument/2006/relationships/slide" Target="slides/slide27.xml"/><Relationship Id="rId43" Type="http://schemas.openxmlformats.org/officeDocument/2006/relationships/slide" Target="slides/slide28.xml"/><Relationship Id="rId44" Type="http://schemas.openxmlformats.org/officeDocument/2006/relationships/slide" Target="slides/slide29.xml"/><Relationship Id="rId45" Type="http://schemas.openxmlformats.org/officeDocument/2006/relationships/slide" Target="slides/slide30.xml"/><Relationship Id="rId46" Type="http://schemas.openxmlformats.org/officeDocument/2006/relationships/slide" Target="slides/slide31.xml"/><Relationship Id="rId47" Type="http://schemas.openxmlformats.org/officeDocument/2006/relationships/slide" Target="slides/slide32.xml"/><Relationship Id="rId48" Type="http://schemas.openxmlformats.org/officeDocument/2006/relationships/slide" Target="slides/slide33.xml"/><Relationship Id="rId49" Type="http://schemas.openxmlformats.org/officeDocument/2006/relationships/slide" Target="slides/slide34.xml"/><Relationship Id="rId50" Type="http://schemas.openxmlformats.org/officeDocument/2006/relationships/slide" Target="slides/slide35.xml"/><Relationship Id="rId51" Type="http://schemas.openxmlformats.org/officeDocument/2006/relationships/slide" Target="slides/slide36.xml"/><Relationship Id="rId52" Type="http://schemas.openxmlformats.org/officeDocument/2006/relationships/slide" Target="slides/slide37.xml"/><Relationship Id="rId53" Type="http://schemas.openxmlformats.org/officeDocument/2006/relationships/slide" Target="slides/slide38.xml"/><Relationship Id="rId54" Type="http://schemas.openxmlformats.org/officeDocument/2006/relationships/slide" Target="slides/slide39.xml"/><Relationship Id="rId55" Type="http://schemas.openxmlformats.org/officeDocument/2006/relationships/slide" Target="slides/slide40.xml"/><Relationship Id="rId56" Type="http://schemas.openxmlformats.org/officeDocument/2006/relationships/slide" Target="slides/slide41.xml"/><Relationship Id="rId57" Type="http://schemas.openxmlformats.org/officeDocument/2006/relationships/slide" Target="slides/slide42.xml"/><Relationship Id="rId58" Type="http://schemas.openxmlformats.org/officeDocument/2006/relationships/slide" Target="slides/slide43.xml"/><Relationship Id="rId59" Type="http://schemas.openxmlformats.org/officeDocument/2006/relationships/slide" Target="slides/slide44.xml"/><Relationship Id="rId60" Type="http://schemas.openxmlformats.org/officeDocument/2006/relationships/slide" Target="slides/slide45.xml"/><Relationship Id="rId61" Type="http://schemas.openxmlformats.org/officeDocument/2006/relationships/slide" Target="slides/slide46.xml"/><Relationship Id="rId62" Type="http://schemas.openxmlformats.org/officeDocument/2006/relationships/slide" Target="slides/slide47.xml"/><Relationship Id="rId63" Type="http://schemas.openxmlformats.org/officeDocument/2006/relationships/slide" Target="slides/slide48.xml"/><Relationship Id="rId64" Type="http://schemas.openxmlformats.org/officeDocument/2006/relationships/slide" Target="slides/slide49.xml"/><Relationship Id="rId65" Type="http://schemas.openxmlformats.org/officeDocument/2006/relationships/slide" Target="slides/slide50.xml"/><Relationship Id="rId66" Type="http://schemas.openxmlformats.org/officeDocument/2006/relationships/slide" Target="slides/slide51.xml"/><Relationship Id="rId67" Type="http://schemas.openxmlformats.org/officeDocument/2006/relationships/slide" Target="slides/slide52.xml"/><Relationship Id="rId68" Type="http://schemas.openxmlformats.org/officeDocument/2006/relationships/slide" Target="slides/slide53.xml"/><Relationship Id="rId69" Type="http://schemas.openxmlformats.org/officeDocument/2006/relationships/slide" Target="slides/slide54.xml"/><Relationship Id="rId70" Type="http://schemas.openxmlformats.org/officeDocument/2006/relationships/slide" Target="slides/slide55.xml"/><Relationship Id="rId71" Type="http://schemas.openxmlformats.org/officeDocument/2006/relationships/slide" Target="slides/slide62.xml"/><Relationship Id="rId72" Type="http://schemas.openxmlformats.org/officeDocument/2006/relationships/presProps" Target="presProps.xml"/><Relationship Id="rId73" Type="http://schemas.openxmlformats.org/officeDocument/2006/relationships/slide" Target="slides/slide56.xml"/><Relationship Id="rId74" Type="http://schemas.openxmlformats.org/officeDocument/2006/relationships/slide" Target="slides/slide57.xml"/><Relationship Id="rId75" Type="http://schemas.openxmlformats.org/officeDocument/2006/relationships/slide" Target="slides/slide58.xml"/><Relationship Id="rId76" Type="http://schemas.openxmlformats.org/officeDocument/2006/relationships/slide" Target="slides/slide59.xml"/><Relationship Id="rId77" Type="http://schemas.openxmlformats.org/officeDocument/2006/relationships/slide" Target="slides/slide60.xml"/><Relationship Id="rId78" Type="http://schemas.openxmlformats.org/officeDocument/2006/relationships/slide" Target="slides/slide6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@pallotti fixo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@pallotti fixo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@pallotti canto=mantra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@pallotti grupo=canto:entrada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@pallotti canto=entrada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@pallotti grupo=canto:ato_penitencial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@pallotti canto=ato_penitencial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@pallotti grupo=canto:gloria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@pallotti canto=gloria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@pallotti fixo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@pallotti fixo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@pallotti fixo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@pallotti fixo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@pallotti grupo=segunda_leitura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@pallotti grupo=segunda_leitura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@pallotti canto=aclamacao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@pallotti fixo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@pallotti fixo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@pallotti fixo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@pallotti fixo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@pallotti fixo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@pallotti fixo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@pallotti fixo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@pallotti fixo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@pallotti grupo=canto:ofertorio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@pallotti canto=ofertorio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@pallotti fixo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@pallotti fixo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@pallotti fixo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@pallotti fixo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@pallotti fixo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@pallotti fixo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@pallotti fixo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@pallotti oe=III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@pallotti oe=III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@pallotti oe=III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@pallotti oe=III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@pallotti oe=III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@pallotti oe=III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@pallotti oe=III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@pallotti oe=III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@pallotti oe=III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@pallotti oe=III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@pallotti oe=III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@pallotti oe=III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@pallotti oe=III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@pallotti oe=III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@pallotti fixo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@pallotti fixo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@pallotti fixo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@pallotti fixo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@pallotti fixo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@pallotti fixo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@pallotti fixo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@pallotti fixo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@pallotti grupo=canto:comunhao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@pallotti canto=comunhao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@pallotti grupo=canto:pos_comunhao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@pallotti canto=pos_comunhao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@pallotti grupo=canto:saida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@pallotti canto=saida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@pallotti fixo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Slide de títul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ctr" defTabSz="914400">
              <a:lnSpc>
                <a:spcPct val="90000"/>
              </a:lnSpc>
              <a:buNone/>
              <a:defRPr lang="pt-BR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ctr" defTabSz="914400">
              <a:lnSpc>
                <a:spcPct val="90000"/>
              </a:lnSpc>
              <a:buNone/>
            </a:pPr>
            <a:r>
              <a:rPr lang="pt-BR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Clique </a:t>
            </a:r>
            <a:r>
              <a:rPr lang="pt-BR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para </a:t>
            </a:r>
            <a:r>
              <a:rPr lang="pt-BR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editar o </a:t>
            </a:r>
            <a:r>
              <a:rPr lang="pt-BR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título </a:t>
            </a:r>
            <a:r>
              <a:rPr lang="pt-BR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mestre</a:t>
            </a:r>
            <a:endParaRPr lang="de-DE" sz="60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0F19C42-3E38-40EC-BA8D-68D59C3EAE9E}" type="slidenum">
              <a: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de-DE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7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de-DE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the outline text format</a:t>
            </a:r>
            <a:endParaRPr lang="de-DE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864000" lvl="1" indent="-324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Outline Level</a:t>
            </a:r>
            <a:endParaRPr lang="de-DE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296000" lvl="2" indent="-288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Outline Level</a:t>
            </a:r>
            <a:endParaRPr lang="de-DE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728000" lvl="3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Outline Level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160000" lvl="4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Outline Level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592000" lvl="5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Sixth Outline Level</a:t>
            </a:r>
            <a:endParaRPr lang="de-DE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3024000" lvl="6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Seventh Outline Level</a:t>
            </a:r>
            <a:endParaRPr lang="de-DE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ítulo e texto vertical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pt-BR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pt-BR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Clique para editar o título mestre</a:t>
            </a:r>
            <a:endParaRPr lang="de-DE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pt-BR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pt-BR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pt-BR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Clique para editar o texto mestre</a:t>
            </a:r>
            <a:endParaRPr lang="de-DE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Segundo nível</a:t>
            </a:r>
            <a:endParaRPr lang="de-DE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Terceiro nível</a:t>
            </a:r>
            <a:endParaRPr lang="de-DE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Quarto nível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Quinto nível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dt" idx="4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ftr" idx="5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sldNum" idx="6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110C19F-9EF4-4FDD-ACC2-0B3E3E0E463E}" type="slidenum">
              <a: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Título e texto verticais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8724960" y="365040"/>
            <a:ext cx="2628720" cy="5811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 vert="eaVert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pt-BR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pt-BR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Clique para editar o título mestre</a:t>
            </a:r>
            <a:endParaRPr lang="de-DE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838080" y="365040"/>
            <a:ext cx="7733880" cy="5811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pt-BR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pt-BR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pt-BR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Clique para editar o texto mestre</a:t>
            </a:r>
            <a:endParaRPr lang="de-DE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Segundo nível</a:t>
            </a:r>
            <a:endParaRPr lang="de-DE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Terceiro nível</a:t>
            </a:r>
            <a:endParaRPr lang="de-DE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Quarto nível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Quinto nível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dt" idx="7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ftr" idx="8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5"/>
          <p:cNvSpPr>
            <a:spLocks noGrp="1"/>
          </p:cNvSpPr>
          <p:nvPr>
            <p:ph type="sldNum" idx="9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F1671DA-2952-4CBD-9C2D-CB6CAC5FAFF0}" type="slidenum">
              <a: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ítulo e conteúd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pt-BR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pt-BR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Clique para editar o título mestre</a:t>
            </a:r>
            <a:endParaRPr lang="de-DE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pt-BR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pt-BR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pt-BR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Clique para editar o texto mestre</a:t>
            </a:r>
            <a:endParaRPr lang="de-DE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Segundo nível</a:t>
            </a:r>
            <a:endParaRPr lang="de-DE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Terceiro nível</a:t>
            </a:r>
            <a:endParaRPr lang="de-DE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Quarto nível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Quinto nível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 type="dt" idx="10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 type="ftr" idx="11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5"/>
          <p:cNvSpPr>
            <a:spLocks noGrp="1"/>
          </p:cNvSpPr>
          <p:nvPr>
            <p:ph type="sldNum" idx="12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738B776-699A-44C8-B472-87612D3C3739}" type="slidenum">
              <a: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abeçalho da Seçã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831960" y="1709640"/>
            <a:ext cx="10515240" cy="285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pt-BR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pt-BR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Clique para editar o título mestre</a:t>
            </a:r>
            <a:endParaRPr lang="de-DE" sz="60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831960" y="4589640"/>
            <a:ext cx="10515240" cy="1499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pt-BR" sz="24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pt-BR" sz="24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Clique para editar o texto mestre</a:t>
            </a:r>
            <a:endParaRPr lang="de-DE" sz="2400" b="0" u="none" strike="noStrike">
              <a:solidFill>
                <a:schemeClr val="dk1">
                  <a:tint val="82000"/>
                </a:schemeClr>
              </a:solidFill>
              <a:effectLst/>
              <a:uFillTx/>
              <a:latin typeface="Aptos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 type="dt" idx="13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 type="ftr" idx="14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5"/>
          <p:cNvSpPr>
            <a:spLocks noGrp="1"/>
          </p:cNvSpPr>
          <p:nvPr>
            <p:ph type="sldNum" idx="15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0B2359D-ADAA-4336-9C0D-E5FAFD137529}" type="slidenum">
              <a: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Duas Partes de Conteúd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pt-BR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pt-BR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Clique para editar o título mestre</a:t>
            </a:r>
            <a:endParaRPr lang="de-DE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518112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pt-BR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pt-BR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pt-BR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Clique para editar o texto mestre</a:t>
            </a:r>
            <a:endParaRPr lang="de-DE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Segundo nível</a:t>
            </a:r>
            <a:endParaRPr lang="de-DE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Terceiro nível</a:t>
            </a:r>
            <a:endParaRPr lang="de-DE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Quarto nível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Quinto nível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29" name="PlaceHolder 3"/>
          <p:cNvSpPr>
            <a:spLocks noGrp="1"/>
          </p:cNvSpPr>
          <p:nvPr>
            <p:ph type="body"/>
          </p:nvPr>
        </p:nvSpPr>
        <p:spPr>
          <a:xfrm>
            <a:off x="6172200" y="1825560"/>
            <a:ext cx="518112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pt-BR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pt-BR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pt-BR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Clique para editar o texto mestre</a:t>
            </a:r>
            <a:endParaRPr lang="de-DE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Segundo nível</a:t>
            </a:r>
            <a:endParaRPr lang="de-DE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Terceiro nível</a:t>
            </a:r>
            <a:endParaRPr lang="de-DE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Quarto nível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Quinto nível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0" name="PlaceHolder 4"/>
          <p:cNvSpPr>
            <a:spLocks noGrp="1"/>
          </p:cNvSpPr>
          <p:nvPr>
            <p:ph type="dt" idx="16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5"/>
          <p:cNvSpPr>
            <a:spLocks noGrp="1"/>
          </p:cNvSpPr>
          <p:nvPr>
            <p:ph type="ftr" idx="17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PlaceHolder 6"/>
          <p:cNvSpPr>
            <a:spLocks noGrp="1"/>
          </p:cNvSpPr>
          <p:nvPr>
            <p:ph type="sldNum" idx="18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1A88362-C30B-4B67-B2A0-24585584AA29}" type="slidenum">
              <a: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açã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8398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pt-BR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pt-BR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Clique para editar o título mestre</a:t>
            </a:r>
            <a:endParaRPr lang="de-DE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 type="body"/>
          </p:nvPr>
        </p:nvSpPr>
        <p:spPr>
          <a:xfrm>
            <a:off x="839880" y="1681200"/>
            <a:ext cx="5157360" cy="823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pt-BR" sz="2400" b="1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pt-BR" sz="24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Clique para editar o texto mestre</a:t>
            </a:r>
            <a:endParaRPr lang="de-DE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5" name="PlaceHolder 3"/>
          <p:cNvSpPr>
            <a:spLocks noGrp="1"/>
          </p:cNvSpPr>
          <p:nvPr>
            <p:ph type="body"/>
          </p:nvPr>
        </p:nvSpPr>
        <p:spPr>
          <a:xfrm>
            <a:off x="839880" y="2505240"/>
            <a:ext cx="5157360" cy="3684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pt-BR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pt-BR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pt-BR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Clique para editar o texto mestre</a:t>
            </a:r>
            <a:endParaRPr lang="de-DE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pt-BR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Segundo nível</a:t>
            </a:r>
            <a:endParaRPr lang="de-DE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Terceiro nível</a:t>
            </a:r>
            <a:endParaRPr lang="de-DE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Quarto nível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Quinto nível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6" name="PlaceHolder 4"/>
          <p:cNvSpPr>
            <a:spLocks noGrp="1"/>
          </p:cNvSpPr>
          <p:nvPr>
            <p:ph type="body"/>
          </p:nvPr>
        </p:nvSpPr>
        <p:spPr>
          <a:xfrm>
            <a:off x="6172200" y="1681200"/>
            <a:ext cx="5182920" cy="823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pt-BR" sz="2400" b="1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pt-BR" sz="24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Clique para editar o texto mestre</a:t>
            </a:r>
            <a:endParaRPr lang="de-DE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7" name="PlaceHolder 5"/>
          <p:cNvSpPr>
            <a:spLocks noGrp="1"/>
          </p:cNvSpPr>
          <p:nvPr>
            <p:ph type="body"/>
          </p:nvPr>
        </p:nvSpPr>
        <p:spPr>
          <a:xfrm>
            <a:off x="6172200" y="2505240"/>
            <a:ext cx="5182920" cy="3684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pt-BR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pt-BR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pt-BR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Clique para editar o texto mestre</a:t>
            </a:r>
            <a:endParaRPr lang="de-DE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pt-BR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Segundo nível</a:t>
            </a:r>
            <a:endParaRPr lang="de-DE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Terceiro nível</a:t>
            </a:r>
            <a:endParaRPr lang="de-DE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Quarto nível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Quinto nível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8" name="PlaceHolder 6"/>
          <p:cNvSpPr>
            <a:spLocks noGrp="1"/>
          </p:cNvSpPr>
          <p:nvPr>
            <p:ph type="dt" idx="19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7"/>
          <p:cNvSpPr>
            <a:spLocks noGrp="1"/>
          </p:cNvSpPr>
          <p:nvPr>
            <p:ph type="ftr" idx="20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" name="PlaceHolder 8"/>
          <p:cNvSpPr>
            <a:spLocks noGrp="1"/>
          </p:cNvSpPr>
          <p:nvPr>
            <p:ph type="sldNum" idx="21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677CCC4-5995-478A-8928-EE2B52CC2754}" type="slidenum">
              <a: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Somente títul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pt-BR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pt-BR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Clique para editar o título mestre</a:t>
            </a:r>
            <a:endParaRPr lang="de-DE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dt" idx="22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ftr" idx="23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sldNum" idx="24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E67448B-56EB-4CD7-9B99-675F13187CC9}" type="slidenum">
              <a: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Em branc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dt" idx="25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ftr" idx="26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3"/>
          <p:cNvSpPr>
            <a:spLocks noGrp="1"/>
          </p:cNvSpPr>
          <p:nvPr>
            <p:ph type="sldNum" idx="27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A3E30AB-A821-4B32-9D07-640FFD2880DA}" type="slidenum">
              <a: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údo com Legenda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920" cy="1599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pt-BR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pt-BR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Clique para editar o título mestre</a:t>
            </a:r>
            <a:endParaRPr lang="de-DE" sz="32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1840" cy="4873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pt-BR" sz="32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pt-BR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pt-BR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pt-BR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Clique para editar o texto mestre</a:t>
            </a:r>
            <a:endParaRPr lang="de-DE" sz="3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Segundo nível</a:t>
            </a:r>
            <a:endParaRPr lang="de-DE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Terceiro nível</a:t>
            </a:r>
            <a:endParaRPr lang="de-DE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Quarto nível</a:t>
            </a:r>
            <a:endParaRPr lang="de-DE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Quinto nível</a:t>
            </a:r>
            <a:endParaRPr lang="de-DE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50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1920" cy="3811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pt-BR" sz="16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pt-BR" sz="16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Clique para editar o texto mestre</a:t>
            </a:r>
            <a:endParaRPr lang="de-DE" sz="16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51" name="PlaceHolder 4"/>
          <p:cNvSpPr>
            <a:spLocks noGrp="1"/>
          </p:cNvSpPr>
          <p:nvPr>
            <p:ph type="dt" idx="28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PlaceHolder 5"/>
          <p:cNvSpPr>
            <a:spLocks noGrp="1"/>
          </p:cNvSpPr>
          <p:nvPr>
            <p:ph type="ftr" idx="29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6"/>
          <p:cNvSpPr>
            <a:spLocks noGrp="1"/>
          </p:cNvSpPr>
          <p:nvPr>
            <p:ph type="sldNum" idx="30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D6C934C-327A-42B2-8430-0745E569CA7D}" type="slidenum">
              <a: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Imagem com Legenda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920" cy="1599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pt-BR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pt-BR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Clique para editar o título mestre</a:t>
            </a:r>
            <a:endParaRPr lang="de-DE" sz="32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1840" cy="4873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de-DE" sz="32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32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32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32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32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32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32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7pPr>
          </a:lstStyle>
          <a:p>
            <a: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de-DE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the outline text format</a:t>
            </a:r>
            <a:endParaRPr lang="de-DE" sz="3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457200"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Outline Level</a:t>
            </a:r>
            <a:endParaRPr lang="de-DE" sz="3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914400"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Outline Level</a:t>
            </a:r>
            <a:endParaRPr lang="de-DE" sz="3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371600"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Outline Level</a:t>
            </a:r>
            <a:endParaRPr lang="de-DE" sz="3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828800"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Outline Level</a:t>
            </a:r>
            <a:endParaRPr lang="de-DE" sz="3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0"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Sixth Outline Level</a:t>
            </a:r>
            <a:endParaRPr lang="de-DE" sz="3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743200"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Seventh Outline Level</a:t>
            </a:r>
            <a:endParaRPr lang="de-DE" sz="3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56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1920" cy="3811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pt-BR" sz="16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pt-BR" sz="16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Clique para editar o texto mestre</a:t>
            </a:r>
            <a:endParaRPr lang="de-DE" sz="16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57" name="PlaceHolder 4"/>
          <p:cNvSpPr>
            <a:spLocks noGrp="1"/>
          </p:cNvSpPr>
          <p:nvPr>
            <p:ph type="dt" idx="31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5"/>
          <p:cNvSpPr>
            <a:spLocks noGrp="1"/>
          </p:cNvSpPr>
          <p:nvPr>
            <p:ph type="ftr" idx="32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6"/>
          <p:cNvSpPr>
            <a:spLocks noGrp="1"/>
          </p:cNvSpPr>
          <p:nvPr>
            <p:ph type="sldNum" idx="33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BF2F7C0-C66C-4290-8443-A9DF26C46B56}" type="slidenum">
              <a:rPr lang="de-DE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2.jpe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3.jpe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image" Target="../media/image4.jpe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image" Target="../media/image4.jpe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image" Target="../media/image4.jpe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image" Target="../media/image4.jpe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image" Target="../media/image4.jpe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image" Target="../media/image4.jpe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image" Target="../media/image4.jpe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image" Target="../media/image4.jpe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image" Target="../media/image4.jpe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image" Target="../media/image4.jpe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image" Target="../media/image4.jpe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image" Target="../media/image4.jpe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Relationship Id="rId3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Relationship Id="rId3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Relationship Id="rId3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Rectangle 2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pic>
        <p:nvPicPr>
          <p:cNvPr id="61" name="Imagem 3"/>
          <p:cNvPicPr/>
          <p:nvPr/>
        </p:nvPicPr>
        <p:blipFill>
          <a:blip r:embed="rId1">
            <a:alphaModFix amt="50000"/>
          </a:blip>
          <a:srcRect l="0" t="10384" r="0" b="10384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2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900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p>
            <a:pPr indent="0" algn="ctr" defTabSz="914400">
              <a:lnSpc>
                <a:spcPct val="90000"/>
              </a:lnSpc>
              <a:buNone/>
            </a:pPr>
            <a:r>
              <a:rPr lang="de-DE" sz="6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COM CARINHO E RESPEITO,</a:t>
            </a:r>
            <a:br>
              <a:rPr sz="6000"/>
            </a:br>
            <a:r>
              <a:rPr lang="de-DE" sz="6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DESLIGUE O SEU CELULAR!</a:t>
            </a:r>
            <a:endParaRPr lang="de-DE" sz="60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fill="hold" nodeType="withEffect">
                                  <p:stCondLst>
                                    <p:cond delay="1000"/>
                                  </p:stCondLst>
                                  <p:iterate type="el">
                                    <p:tmAbs val="1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7" dur="7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" name="Imagem 3"/>
          <p:cNvPicPr/>
          <p:nvPr/>
        </p:nvPicPr>
        <p:blipFill>
          <a:blip r:embed="rId1"/>
          <a:srcRect l="0" t="10384" r="0" b="10384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4" name="Rectangle 3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5320080"/>
            <a:ext cx="12191760" cy="736200"/>
          </a:xfrm>
          <a:prstGeom prst="rect">
            <a:avLst/>
          </a:prstGeom>
          <a:solidFill>
            <a:schemeClr val="lt1">
              <a:alpha val="9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65" name="CaixaDeTexto 2"/>
          <p:cNvSpPr/>
          <p:nvPr/>
        </p:nvSpPr>
        <p:spPr>
          <a:xfrm>
            <a:off x="523800" y="5317200"/>
            <a:ext cx="11210400" cy="74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horzOverflow="overflow" anchor="ctr">
            <a:normAutofit/>
          </a:bodyPr>
          <a:p>
            <a:pPr algn="ctr" defTabSz="914400">
              <a:lnSpc>
                <a:spcPct val="90000"/>
              </a:lnSpc>
              <a:spcAft>
                <a:spcPts val="601"/>
              </a:spcAft>
            </a:pPr>
            <a:r>
              <a:rPr lang="en-US" sz="36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Aptos Display"/>
              </a:rPr>
              <a:t>{{celebracao.titulo}}</a:t>
            </a:r>
            <a:endParaRPr lang="pt-B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66" name="Straight Connector 3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0" y="5241960"/>
            <a:ext cx="12192120" cy="360"/>
          </a:xfrm>
          <a:prstGeom prst="straightConnector1">
            <a:avLst/>
          </a:prstGeom>
          <a:ln w="41275">
            <a:solidFill>
              <a:schemeClr val="lt1">
                <a:alpha val="90000"/>
              </a:schemeClr>
            </a:solidFill>
          </a:ln>
        </p:spPr>
      </p:cxnSp>
      <p:cxnSp>
        <p:nvCxnSpPr>
          <p:cNvPr id="67" name="Straight Connector 4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0" y="6134760"/>
            <a:ext cx="12192120" cy="360"/>
          </a:xfrm>
          <a:prstGeom prst="straightConnector1">
            <a:avLst/>
          </a:prstGeom>
          <a:ln w="41275">
            <a:solidFill>
              <a:schemeClr val="lt1">
                <a:alpha val="90000"/>
              </a:schemeClr>
            </a:solidFill>
          </a:ln>
        </p:spPr>
      </p:cxn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PlaceHolder 1"/>
          <p:cNvSpPr>
            <a:spLocks noGrp="1"/>
          </p:cNvSpPr>
          <p:nvPr>
            <p:ph/>
          </p:nvPr>
        </p:nvSpPr>
        <p:spPr>
          <a:xfrm>
            <a:off x="114480" y="1248480"/>
            <a:ext cx="11944080" cy="5426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ctr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pt-BR" sz="5400" b="1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{{canto.texto}}</a:t>
            </a:r>
            <a:endParaRPr lang="de-DE" sz="5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69" name="CaixaDeTexto 4"/>
          <p:cNvSpPr/>
          <p:nvPr/>
        </p:nvSpPr>
        <p:spPr>
          <a:xfrm>
            <a:off x="240120" y="213480"/>
            <a:ext cx="1551240" cy="52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horzOverflow="overflow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2800" b="1" u="none" strike="noStrike">
                <a:solidFill>
                  <a:srgbClr val="FF0000"/>
                </a:solidFill>
                <a:effectLst/>
                <a:uFillTx/>
                <a:latin typeface="Aptos"/>
              </a:rPr>
              <a:t>{{canto.rotulo}}</a:t>
            </a:r>
            <a:endParaRPr lang="pt-B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Rectangle 2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440" y="0"/>
            <a:ext cx="12188520" cy="68576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pic>
        <p:nvPicPr>
          <p:cNvPr id="71" name="Imagem 3"/>
          <p:cNvPicPr/>
          <p:nvPr/>
        </p:nvPicPr>
        <p:blipFill>
          <a:blip r:embed="rId1"/>
          <a:srcRect l="0" t="10428" r="0" b="10428"/>
          <a:stretch/>
        </p:blipFill>
        <p:spPr>
          <a:xfrm>
            <a:off x="0" y="1440"/>
            <a:ext cx="12191760" cy="68562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PlaceHolder 1"/>
          <p:cNvSpPr>
            <a:spLocks noGrp="1"/>
          </p:cNvSpPr>
          <p:nvPr>
            <p:ph/>
          </p:nvPr>
        </p:nvSpPr>
        <p:spPr>
          <a:xfrm>
            <a:off x="383760" y="1396080"/>
            <a:ext cx="11423520" cy="5279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228600" indent="-228600" algn="l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pt-BR" sz="4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{{canto.texto}}</a:t>
            </a:r>
            <a:endParaRPr lang="de-DE" sz="4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73" name="CaixaDeTexto 4"/>
          <p:cNvSpPr/>
          <p:nvPr/>
        </p:nvSpPr>
        <p:spPr>
          <a:xfrm>
            <a:off x="240120" y="213480"/>
            <a:ext cx="3038040" cy="52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horzOverflow="overflow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2800" b="1" u="none" strike="noStrike">
                <a:solidFill>
                  <a:srgbClr val="FF0000"/>
                </a:solidFill>
                <a:effectLst/>
                <a:uFillTx/>
                <a:latin typeface="Aptos"/>
              </a:rPr>
              <a:t>{{canto.rotulo}}</a:t>
            </a:r>
            <a:endParaRPr lang="pt-B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Rectangle 2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440" y="0"/>
            <a:ext cx="12188520" cy="68576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pic>
        <p:nvPicPr>
          <p:cNvPr id="81" name="Imagem 3"/>
          <p:cNvPicPr/>
          <p:nvPr/>
        </p:nvPicPr>
        <p:blipFill>
          <a:blip r:embed="rId1"/>
          <a:srcRect l="0" t="10428" r="0" b="10428"/>
          <a:stretch/>
        </p:blipFill>
        <p:spPr>
          <a:xfrm>
            <a:off x="0" y="1440"/>
            <a:ext cx="12191760" cy="68562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/>
          </p:nvPr>
        </p:nvSpPr>
        <p:spPr>
          <a:xfrm>
            <a:off x="114480" y="1248480"/>
            <a:ext cx="11944080" cy="5426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anchorCtr="1">
            <a:noAutofit/>
          </a:bodyPr>
          <a:p>
            <a:pPr marL="228600" indent="-228600" algn="ctr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pt-BR" sz="5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{{canto.texto}}</a:t>
            </a:r>
            <a:endParaRPr lang="de-DE" sz="5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83" name="CaixaDeTexto 4"/>
          <p:cNvSpPr/>
          <p:nvPr/>
        </p:nvSpPr>
        <p:spPr>
          <a:xfrm>
            <a:off x="240120" y="213480"/>
            <a:ext cx="3038040" cy="52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horzOverflow="overflow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2800" b="1" u="none" strike="noStrike">
                <a:solidFill>
                  <a:srgbClr val="FF0000"/>
                </a:solidFill>
                <a:effectLst/>
                <a:uFillTx/>
                <a:latin typeface="Aptos"/>
              </a:rPr>
              <a:t>{{canto.rotulo}}</a:t>
            </a:r>
            <a:endParaRPr lang="pt-B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Rectangle 2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440" y="0"/>
            <a:ext cx="12188520" cy="68576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pic>
        <p:nvPicPr>
          <p:cNvPr id="91" name="Imagem 3"/>
          <p:cNvPicPr/>
          <p:nvPr/>
        </p:nvPicPr>
        <p:blipFill>
          <a:blip r:embed="rId1"/>
          <a:srcRect l="0" t="10428" r="0" b="10428"/>
          <a:stretch/>
        </p:blipFill>
        <p:spPr>
          <a:xfrm>
            <a:off x="0" y="1440"/>
            <a:ext cx="12191760" cy="68562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PlaceHolder 1"/>
          <p:cNvSpPr>
            <a:spLocks noGrp="1"/>
          </p:cNvSpPr>
          <p:nvPr>
            <p:ph/>
          </p:nvPr>
        </p:nvSpPr>
        <p:spPr>
          <a:xfrm>
            <a:off x="180000" y="815760"/>
            <a:ext cx="11944080" cy="585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anchorCtr="1">
            <a:noAutofit/>
          </a:bodyPr>
          <a:p>
            <a:pPr marL="228600" indent="-228600" algn="l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pt-BR" sz="5400" b="1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{{canto.texto}}</a:t>
            </a:r>
            <a:endParaRPr lang="de-DE" sz="5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93" name="CaixaDeTexto 9"/>
          <p:cNvSpPr/>
          <p:nvPr/>
        </p:nvSpPr>
        <p:spPr>
          <a:xfrm>
            <a:off x="240120" y="213480"/>
            <a:ext cx="3038040" cy="51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horzOverflow="overflow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2800" b="1" u="none" strike="noStrike">
                <a:solidFill>
                  <a:srgbClr val="FF0000"/>
                </a:solidFill>
                <a:effectLst/>
                <a:uFillTx/>
                <a:latin typeface="Aptos"/>
              </a:rPr>
              <a:t>{{canto.rotulo}}</a:t>
            </a:r>
            <a:endParaRPr lang="pt-B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Rectang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440" y="0"/>
            <a:ext cx="12188520" cy="68576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pic>
        <p:nvPicPr>
          <p:cNvPr id="103" name="Imagem 1"/>
          <p:cNvPicPr/>
          <p:nvPr/>
        </p:nvPicPr>
        <p:blipFill>
          <a:blip r:embed="rId1"/>
          <a:srcRect l="0" t="10428" r="0" b="10428"/>
          <a:stretch/>
        </p:blipFill>
        <p:spPr>
          <a:xfrm>
            <a:off x="0" y="1440"/>
            <a:ext cx="12191760" cy="68562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4" name="Espaço Reservado para Conteúdo 3"/>
          <p:cNvPicPr/>
          <p:nvPr/>
        </p:nvPicPr>
        <p:blipFill>
          <a:blip r:embed="rId1"/>
          <a:srcRect l="404" t="27750" r="-564" b="25162"/>
          <a:stretch/>
        </p:blipFill>
        <p:spPr>
          <a:xfrm>
            <a:off x="-107280" y="-435600"/>
            <a:ext cx="12428280" cy="7305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5" name="Retângulo 5"/>
          <p:cNvSpPr/>
          <p:nvPr/>
        </p:nvSpPr>
        <p:spPr>
          <a:xfrm>
            <a:off x="-107280" y="5573520"/>
            <a:ext cx="12299400" cy="1294200"/>
          </a:xfrm>
          <a:prstGeom prst="rect">
            <a:avLst/>
          </a:prstGeom>
          <a:solidFill>
            <a:schemeClr val="tx1"/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pt-BR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06" name="CaixaDeTexto 4"/>
          <p:cNvSpPr/>
          <p:nvPr/>
        </p:nvSpPr>
        <p:spPr>
          <a:xfrm>
            <a:off x="2375280" y="5712840"/>
            <a:ext cx="7441200" cy="100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horzOverflow="overflow" anchor="t">
            <a:spAutoFit/>
          </a:bodyPr>
          <a:p>
            <a:pPr algn="ctr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pt-BR" sz="6000" b="1" u="none" strike="noStrike">
                <a:solidFill>
                  <a:schemeClr val="lt1"/>
                </a:solidFill>
                <a:effectLst/>
                <a:uFillTx/>
                <a:latin typeface="Aptos"/>
              </a:rPr>
              <a:t>{{liturgia.primeira_leitura}}</a:t>
            </a:r>
            <a:endParaRPr lang="pt-BR" sz="6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PlaceHolder 1"/>
          <p:cNvSpPr>
            <a:spLocks noGrp="1"/>
          </p:cNvSpPr>
          <p:nvPr>
            <p:ph/>
          </p:nvPr>
        </p:nvSpPr>
        <p:spPr>
          <a:xfrm>
            <a:off x="838080" y="570960"/>
            <a:ext cx="10515240" cy="560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7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Palavra do Senhor</a:t>
            </a:r>
            <a:endParaRPr lang="de-DE" sz="7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endParaRPr lang="de-DE" sz="7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7200" b="1" u="none" strike="noStrike">
                <a:solidFill>
                  <a:srgbClr val="FF0000"/>
                </a:solidFill>
                <a:effectLst/>
                <a:uFillTx/>
                <a:latin typeface="Aptos"/>
              </a:rPr>
              <a:t>R:</a:t>
            </a:r>
            <a:r>
              <a:rPr lang="pt-BR" sz="72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 Graças a Deus!</a:t>
            </a:r>
            <a:endParaRPr lang="de-DE" sz="7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PlaceHolder 1"/>
          <p:cNvSpPr>
            <a:spLocks noGrp="1"/>
          </p:cNvSpPr>
          <p:nvPr>
            <p:ph/>
          </p:nvPr>
        </p:nvSpPr>
        <p:spPr>
          <a:xfrm>
            <a:off x="1135440" y="431640"/>
            <a:ext cx="9911160" cy="560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4800" b="0" u="none" strike="noStrike">
                <a:solidFill>
                  <a:srgbClr val="FF0000"/>
                </a:solidFill>
                <a:effectLst/>
                <a:uFillTx/>
                <a:latin typeface="Aptos"/>
              </a:rPr>
              <a:t>Salmo </a:t>
            </a:r>
            <a:r>
              <a:rPr lang="pt-BR" sz="4800" b="0" u="none" strike="noStrike">
                <a:solidFill>
                  <a:srgbClr val="FF0000"/>
                </a:solidFill>
                <a:effectLst/>
                <a:uFillTx/>
                <a:latin typeface="Aptos"/>
                <a:ea typeface="Aptos"/>
              </a:rPr>
              <a:t>{{liturgia.salmo_numero}}</a:t>
            </a:r>
            <a:endParaRPr lang="de-DE" sz="4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endParaRPr lang="de-DE" sz="4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ctr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pt-BR" sz="4800" b="1" u="none" strike="noStrike">
                <a:solidFill>
                  <a:srgbClr val="000000"/>
                </a:solidFill>
                <a:effectLst/>
                <a:uFillTx/>
                <a:latin typeface="Aptos"/>
                <a:ea typeface="Aptos"/>
              </a:rPr>
              <a:t>{{liturgia.salmo_refrao}}</a:t>
            </a:r>
            <a:endParaRPr lang="de-DE" sz="4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9" name="Espaço Reservado para Conteúdo 3"/>
          <p:cNvPicPr/>
          <p:nvPr/>
        </p:nvPicPr>
        <p:blipFill>
          <a:blip r:embed="rId1"/>
          <a:srcRect l="278" t="50830" r="-278" b="17922"/>
          <a:stretch/>
        </p:blipFill>
        <p:spPr>
          <a:xfrm>
            <a:off x="-114840" y="0"/>
            <a:ext cx="12340440" cy="6875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0" name="Retângulo 5"/>
          <p:cNvSpPr/>
          <p:nvPr/>
        </p:nvSpPr>
        <p:spPr>
          <a:xfrm>
            <a:off x="-114840" y="5313240"/>
            <a:ext cx="12306600" cy="1544400"/>
          </a:xfrm>
          <a:prstGeom prst="rect">
            <a:avLst/>
          </a:prstGeom>
          <a:solidFill>
            <a:schemeClr val="tx1"/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pt-BR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11" name="CaixaDeTexto 4"/>
          <p:cNvSpPr/>
          <p:nvPr/>
        </p:nvSpPr>
        <p:spPr>
          <a:xfrm>
            <a:off x="1614240" y="5623920"/>
            <a:ext cx="8963280" cy="91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horzOverflow="overflow" anchor="t">
            <a:spAutoFit/>
          </a:bodyPr>
          <a:p>
            <a:pPr algn="ctr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pt-BR" sz="5400" b="1" u="none" strike="noStrike">
                <a:solidFill>
                  <a:schemeClr val="lt1"/>
                </a:solidFill>
                <a:effectLst/>
                <a:uFillTx/>
                <a:latin typeface="Aptos"/>
              </a:rPr>
              <a:t>{{liturgia.segunda_leitura}}</a:t>
            </a:r>
            <a:endParaRPr lang="pt-BR" sz="5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PlaceHolder 1"/>
          <p:cNvSpPr>
            <a:spLocks noGrp="1"/>
          </p:cNvSpPr>
          <p:nvPr>
            <p:ph/>
          </p:nvPr>
        </p:nvSpPr>
        <p:spPr>
          <a:xfrm>
            <a:off x="838080" y="570960"/>
            <a:ext cx="10515240" cy="560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7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Palavra do Senhor</a:t>
            </a:r>
            <a:endParaRPr lang="de-DE" sz="7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endParaRPr lang="de-DE" sz="7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7200" b="1" u="none" strike="noStrike">
                <a:solidFill>
                  <a:srgbClr val="FF0000"/>
                </a:solidFill>
                <a:effectLst/>
                <a:uFillTx/>
                <a:latin typeface="Aptos"/>
              </a:rPr>
              <a:t>R:</a:t>
            </a:r>
            <a:r>
              <a:rPr lang="pt-BR" sz="72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 Graças a Deus!</a:t>
            </a:r>
            <a:endParaRPr lang="de-DE" sz="7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PlaceHolder 1"/>
          <p:cNvSpPr>
            <a:spLocks noGrp="1"/>
          </p:cNvSpPr>
          <p:nvPr>
            <p:ph/>
          </p:nvPr>
        </p:nvSpPr>
        <p:spPr>
          <a:xfrm>
            <a:off x="114480" y="1130760"/>
            <a:ext cx="11944080" cy="5544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228600" indent="-228600" algn="ctr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pt-BR" sz="5400" b="1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{{canto.texto}}</a:t>
            </a:r>
            <a:endParaRPr lang="de-DE" sz="5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14" name="CaixaDeTexto 4"/>
          <p:cNvSpPr/>
          <p:nvPr/>
        </p:nvSpPr>
        <p:spPr>
          <a:xfrm>
            <a:off x="240120" y="213480"/>
            <a:ext cx="3038040" cy="52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horzOverflow="overflow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2800" b="1" u="none" strike="noStrike">
                <a:solidFill>
                  <a:srgbClr val="FF0000"/>
                </a:solidFill>
                <a:effectLst/>
                <a:uFillTx/>
                <a:latin typeface="Aptos"/>
              </a:rPr>
              <a:t>{{canto.rotulo}}</a:t>
            </a:r>
            <a:endParaRPr lang="pt-B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PlaceHolder 1"/>
          <p:cNvSpPr>
            <a:spLocks noGrp="1"/>
          </p:cNvSpPr>
          <p:nvPr>
            <p:ph/>
          </p:nvPr>
        </p:nvSpPr>
        <p:spPr>
          <a:xfrm>
            <a:off x="838080" y="1351800"/>
            <a:ext cx="10515240" cy="4825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endParaRPr lang="de-DE" sz="7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7200" b="1" u="none" strike="noStrike">
                <a:solidFill>
                  <a:srgbClr val="FF0000"/>
                </a:solidFill>
                <a:effectLst/>
                <a:uFillTx/>
                <a:latin typeface="Aptos"/>
              </a:rPr>
              <a:t>R:</a:t>
            </a:r>
            <a:r>
              <a:rPr lang="pt-BR" sz="72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 Glória a vós, Senhor!</a:t>
            </a:r>
            <a:endParaRPr lang="de-DE" sz="7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Rectangle 2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440" y="0"/>
            <a:ext cx="12188520" cy="68576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pic>
        <p:nvPicPr>
          <p:cNvPr id="117" name="Imagem 3"/>
          <p:cNvPicPr/>
          <p:nvPr/>
        </p:nvPicPr>
        <p:blipFill>
          <a:blip r:embed="rId1"/>
          <a:srcRect l="0" t="10428" r="0" b="10428"/>
          <a:stretch/>
        </p:blipFill>
        <p:spPr>
          <a:xfrm>
            <a:off x="0" y="1440"/>
            <a:ext cx="12191760" cy="6856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8" name="Retângulo 1"/>
          <p:cNvSpPr/>
          <p:nvPr/>
        </p:nvSpPr>
        <p:spPr>
          <a:xfrm>
            <a:off x="-2160" y="5302800"/>
            <a:ext cx="12192840" cy="1554840"/>
          </a:xfrm>
          <a:prstGeom prst="rect">
            <a:avLst/>
          </a:prstGeom>
          <a:solidFill>
            <a:schemeClr val="tx1"/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pt-BR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19" name="CaixaDeTexto 2"/>
          <p:cNvSpPr/>
          <p:nvPr/>
        </p:nvSpPr>
        <p:spPr>
          <a:xfrm>
            <a:off x="3836880" y="5572440"/>
            <a:ext cx="4518000" cy="100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horzOverflow="overflow" anchor="t">
            <a:spAutoFit/>
          </a:bodyPr>
          <a:p>
            <a:pPr algn="ctr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pt-BR" sz="6000" b="1" u="none" strike="noStrike">
                <a:solidFill>
                  <a:schemeClr val="lt1"/>
                </a:solidFill>
                <a:effectLst/>
                <a:uFillTx/>
                <a:latin typeface="Aptos"/>
                <a:ea typeface="Aptos"/>
              </a:rPr>
              <a:t>{{liturgia.evangelho}}</a:t>
            </a:r>
            <a:endParaRPr lang="pt-BR" sz="6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PlaceHolder 1"/>
          <p:cNvSpPr>
            <a:spLocks noGrp="1"/>
          </p:cNvSpPr>
          <p:nvPr>
            <p:ph/>
          </p:nvPr>
        </p:nvSpPr>
        <p:spPr>
          <a:xfrm>
            <a:off x="838080" y="1351800"/>
            <a:ext cx="10515240" cy="4825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endParaRPr lang="de-DE" sz="7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7200" b="1" u="none" strike="noStrike">
                <a:solidFill>
                  <a:srgbClr val="FF0000"/>
                </a:solidFill>
                <a:effectLst/>
                <a:uFillTx/>
                <a:latin typeface="Aptos"/>
              </a:rPr>
              <a:t>R:</a:t>
            </a:r>
            <a:r>
              <a:rPr lang="pt-BR" sz="72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 Glória a vós, Senhor!</a:t>
            </a:r>
            <a:endParaRPr lang="de-DE" sz="7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Rectangle 2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440" y="0"/>
            <a:ext cx="12188520" cy="68576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pic>
        <p:nvPicPr>
          <p:cNvPr id="122" name="Imagem 3"/>
          <p:cNvPicPr/>
          <p:nvPr/>
        </p:nvPicPr>
        <p:blipFill>
          <a:blip r:embed="rId1"/>
          <a:srcRect l="0" t="10428" r="0" b="10428"/>
          <a:stretch/>
        </p:blipFill>
        <p:spPr>
          <a:xfrm>
            <a:off x="0" y="1440"/>
            <a:ext cx="12191760" cy="68562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PlaceHolder 1"/>
          <p:cNvSpPr>
            <a:spLocks noGrp="1"/>
          </p:cNvSpPr>
          <p:nvPr>
            <p:ph/>
          </p:nvPr>
        </p:nvSpPr>
        <p:spPr>
          <a:xfrm>
            <a:off x="838080" y="1621080"/>
            <a:ext cx="10515240" cy="413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7200" b="1" u="none" strike="noStrike">
                <a:solidFill>
                  <a:srgbClr val="FF0000"/>
                </a:solidFill>
                <a:effectLst/>
                <a:uFillTx/>
                <a:latin typeface="Aptos"/>
              </a:rPr>
              <a:t>R:</a:t>
            </a:r>
            <a:r>
              <a:rPr lang="pt-BR" sz="72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 </a:t>
            </a:r>
            <a:r>
              <a:rPr lang="pt-BR" sz="7200" b="1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{{liturgia.preces_refrao}}</a:t>
            </a:r>
            <a:endParaRPr lang="de-DE" sz="7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24" name="CaixaDeTexto 3"/>
          <p:cNvSpPr/>
          <p:nvPr/>
        </p:nvSpPr>
        <p:spPr>
          <a:xfrm>
            <a:off x="240120" y="213480"/>
            <a:ext cx="3809520" cy="52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horzOverflow="overflow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2800" b="1" u="none" strike="noStrike">
                <a:solidFill>
                  <a:srgbClr val="FF0000"/>
                </a:solidFill>
                <a:effectLst/>
                <a:uFillTx/>
                <a:latin typeface="Aptos"/>
              </a:rPr>
              <a:t>Preces da Assembleia</a:t>
            </a:r>
            <a:endParaRPr lang="pt-B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Rectangle 2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440" y="0"/>
            <a:ext cx="12188520" cy="68576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pic>
        <p:nvPicPr>
          <p:cNvPr id="126" name="Imagem 3"/>
          <p:cNvPicPr/>
          <p:nvPr/>
        </p:nvPicPr>
        <p:blipFill>
          <a:blip r:embed="rId1"/>
          <a:srcRect l="0" t="10428" r="0" b="10428"/>
          <a:stretch/>
        </p:blipFill>
        <p:spPr>
          <a:xfrm>
            <a:off x="0" y="1440"/>
            <a:ext cx="12191760" cy="68562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PlaceHolder 1"/>
          <p:cNvSpPr>
            <a:spLocks noGrp="1"/>
          </p:cNvSpPr>
          <p:nvPr>
            <p:ph/>
          </p:nvPr>
        </p:nvSpPr>
        <p:spPr>
          <a:xfrm>
            <a:off x="838080" y="952200"/>
            <a:ext cx="10515240" cy="5085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5400" b="1" u="none" strike="noStrike">
                <a:solidFill>
                  <a:srgbClr val="000000"/>
                </a:solidFill>
                <a:effectLst/>
                <a:uFillTx/>
                <a:latin typeface="Aptos"/>
              </a:rPr>
              <a:t>Recebei</a:t>
            </a:r>
            <a:r>
              <a:rPr lang="pt-BR" sz="5400" b="1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, Senhor, minha oferta! Não é uma esmola porque não sois mendigo. Não é uma contribuição porque não precisais. Não é resto que me sobra que vos ofereço.</a:t>
            </a:r>
            <a:endParaRPr lang="de-DE" sz="5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28" name="CaixaDeTexto 3"/>
          <p:cNvSpPr/>
          <p:nvPr/>
        </p:nvSpPr>
        <p:spPr>
          <a:xfrm>
            <a:off x="240120" y="213480"/>
            <a:ext cx="3809520" cy="52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horzOverflow="overflow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2800" b="1" u="none" strike="noStrike">
                <a:solidFill>
                  <a:srgbClr val="FF0000"/>
                </a:solidFill>
                <a:effectLst/>
                <a:uFillTx/>
                <a:latin typeface="Aptos"/>
              </a:rPr>
              <a:t>Oração da Partilha</a:t>
            </a:r>
            <a:endParaRPr lang="pt-B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PlaceHolder 1"/>
          <p:cNvSpPr>
            <a:spLocks noGrp="1"/>
          </p:cNvSpPr>
          <p:nvPr>
            <p:ph/>
          </p:nvPr>
        </p:nvSpPr>
        <p:spPr>
          <a:xfrm>
            <a:off x="838080" y="952200"/>
            <a:ext cx="10515240" cy="5085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5400" b="1" u="none" strike="noStrike">
                <a:solidFill>
                  <a:srgbClr val="000000"/>
                </a:solidFill>
                <a:effectLst/>
                <a:uFillTx/>
                <a:latin typeface="Aptos"/>
              </a:rPr>
              <a:t>Esta</a:t>
            </a:r>
            <a:r>
              <a:rPr lang="pt-BR" sz="5400" b="1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 importância representa, Senhor, meu Reconhecimento, meu amor! Pois se tenho é porque me destes. AMÉM!</a:t>
            </a:r>
            <a:endParaRPr lang="de-DE" sz="5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30" name="CaixaDeTexto 3"/>
          <p:cNvSpPr/>
          <p:nvPr/>
        </p:nvSpPr>
        <p:spPr>
          <a:xfrm>
            <a:off x="240120" y="213480"/>
            <a:ext cx="3809520" cy="52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horzOverflow="overflow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2800" b="1" u="none" strike="noStrike">
                <a:solidFill>
                  <a:srgbClr val="FF0000"/>
                </a:solidFill>
                <a:effectLst/>
                <a:uFillTx/>
                <a:latin typeface="Aptos"/>
              </a:rPr>
              <a:t>Oração da Partilha</a:t>
            </a:r>
            <a:endParaRPr lang="pt-B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Rectangle 2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440" y="0"/>
            <a:ext cx="12188520" cy="68576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pic>
        <p:nvPicPr>
          <p:cNvPr id="132" name="Imagem 3"/>
          <p:cNvPicPr/>
          <p:nvPr/>
        </p:nvPicPr>
        <p:blipFill>
          <a:blip r:embed="rId1"/>
          <a:srcRect l="0" t="10428" r="0" b="10428"/>
          <a:stretch/>
        </p:blipFill>
        <p:spPr>
          <a:xfrm>
            <a:off x="0" y="1440"/>
            <a:ext cx="12191760" cy="68562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PlaceHolder 1"/>
          <p:cNvSpPr>
            <a:spLocks noGrp="1"/>
          </p:cNvSpPr>
          <p:nvPr>
            <p:ph/>
          </p:nvPr>
        </p:nvSpPr>
        <p:spPr>
          <a:xfrm>
            <a:off x="114480" y="1047600"/>
            <a:ext cx="11944080" cy="5627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228600" indent="-228600" algn="l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pt-BR" sz="42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{{canto.texto}}</a:t>
            </a:r>
            <a:endParaRPr lang="de-DE" sz="4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34" name="CaixaDeTexto 4"/>
          <p:cNvSpPr/>
          <p:nvPr/>
        </p:nvSpPr>
        <p:spPr>
          <a:xfrm>
            <a:off x="240120" y="213480"/>
            <a:ext cx="3038040" cy="52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horzOverflow="overflow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2800" b="1" u="none" strike="noStrike">
                <a:solidFill>
                  <a:srgbClr val="FF0000"/>
                </a:solidFill>
                <a:effectLst/>
                <a:uFillTx/>
                <a:latin typeface="Aptos"/>
              </a:rPr>
              <a:t>{{canto.rotulo}}</a:t>
            </a:r>
            <a:endParaRPr lang="pt-B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Rectangle 2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440" y="0"/>
            <a:ext cx="12188520" cy="68576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pic>
        <p:nvPicPr>
          <p:cNvPr id="142" name="Imagem 3"/>
          <p:cNvPicPr/>
          <p:nvPr/>
        </p:nvPicPr>
        <p:blipFill>
          <a:blip r:embed="rId1"/>
          <a:srcRect l="0" t="10428" r="0" b="10428"/>
          <a:stretch/>
        </p:blipFill>
        <p:spPr>
          <a:xfrm>
            <a:off x="0" y="1440"/>
            <a:ext cx="12191760" cy="68562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PlaceHolder 1"/>
          <p:cNvSpPr>
            <a:spLocks noGrp="1"/>
          </p:cNvSpPr>
          <p:nvPr>
            <p:ph/>
          </p:nvPr>
        </p:nvSpPr>
        <p:spPr>
          <a:xfrm>
            <a:off x="838080" y="775440"/>
            <a:ext cx="10515240" cy="5401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92500"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7200" b="1" u="none" strike="noStrike">
                <a:solidFill>
                  <a:srgbClr val="FF0000"/>
                </a:solidFill>
                <a:effectLst/>
                <a:uFillTx/>
                <a:latin typeface="Aptos"/>
              </a:rPr>
              <a:t>R:</a:t>
            </a:r>
            <a:r>
              <a:rPr lang="pt-BR" sz="72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 </a:t>
            </a:r>
            <a:r>
              <a:rPr lang="pt-BR" sz="7200" b="1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Receba o Senhor por tuas mãos este sacrifício, para glória do seu nome, para nosso bem e de toda a sua santa Igreja! </a:t>
            </a:r>
            <a:endParaRPr lang="de-DE" sz="7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Rectangle 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440" y="0"/>
            <a:ext cx="12188520" cy="68576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pic>
        <p:nvPicPr>
          <p:cNvPr id="145" name="Espaço Reservado para Conteúdo 4"/>
          <p:cNvPicPr/>
          <p:nvPr/>
        </p:nvPicPr>
        <p:blipFill>
          <a:blip r:embed="rId1"/>
          <a:srcRect l="0" t="7" r="0" b="7"/>
          <a:stretch/>
        </p:blipFill>
        <p:spPr>
          <a:xfrm>
            <a:off x="0" y="1440"/>
            <a:ext cx="12202200" cy="68601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PlaceHolder 1"/>
          <p:cNvSpPr>
            <a:spLocks noGrp="1"/>
          </p:cNvSpPr>
          <p:nvPr>
            <p:ph/>
          </p:nvPr>
        </p:nvSpPr>
        <p:spPr>
          <a:xfrm>
            <a:off x="838080" y="314640"/>
            <a:ext cx="10515240" cy="6289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4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O Senhor esteja convosco. </a:t>
            </a:r>
            <a:br>
              <a:rPr sz="4800"/>
            </a:br>
            <a:r>
              <a:rPr lang="pt-BR" sz="4800" b="1" u="none" strike="noStrike">
                <a:solidFill>
                  <a:srgbClr val="FF0000"/>
                </a:solidFill>
                <a:effectLst/>
                <a:uFillTx/>
                <a:latin typeface="Aptos"/>
              </a:rPr>
              <a:t>R:</a:t>
            </a:r>
            <a:r>
              <a:rPr lang="pt-BR" sz="48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 Ele está no meio de nós!</a:t>
            </a:r>
            <a:br>
              <a:rPr sz="4800"/>
            </a:br>
            <a:br>
              <a:rPr sz="4800"/>
            </a:br>
            <a:r>
              <a:rPr lang="pt-BR" sz="4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Corações ao alto! </a:t>
            </a:r>
            <a:br>
              <a:rPr sz="4800"/>
            </a:br>
            <a:r>
              <a:rPr lang="pt-BR" sz="4800" b="1" u="none" strike="noStrike">
                <a:solidFill>
                  <a:srgbClr val="FF0000"/>
                </a:solidFill>
                <a:effectLst/>
                <a:uFillTx/>
                <a:latin typeface="Aptos"/>
              </a:rPr>
              <a:t>R: </a:t>
            </a:r>
            <a:r>
              <a:rPr lang="pt-BR" sz="48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O nosso coração está em Deus!</a:t>
            </a:r>
            <a:endParaRPr lang="de-DE" sz="4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endParaRPr lang="de-DE" sz="4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4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Demos graças ao Senhor, nosso Deus!</a:t>
            </a:r>
            <a:br>
              <a:rPr sz="4800"/>
            </a:br>
            <a:r>
              <a:rPr lang="pt-BR" sz="4800" b="1" u="none" strike="noStrike">
                <a:solidFill>
                  <a:srgbClr val="FF0000"/>
                </a:solidFill>
                <a:effectLst/>
                <a:uFillTx/>
                <a:latin typeface="Aptos"/>
              </a:rPr>
              <a:t>R: </a:t>
            </a:r>
            <a:r>
              <a:rPr lang="pt-BR" sz="48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É nosso dever e nossa salvação! </a:t>
            </a:r>
            <a:endParaRPr lang="de-DE" sz="4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endParaRPr lang="de-DE" sz="4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endParaRPr lang="de-DE" sz="4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br>
              <a:rPr sz="7200"/>
            </a:br>
            <a:endParaRPr lang="de-DE" sz="7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Rectangle 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440" y="0"/>
            <a:ext cx="12188520" cy="68576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pic>
        <p:nvPicPr>
          <p:cNvPr id="148" name="Espaço Reservado para Conteúdo 4"/>
          <p:cNvPicPr/>
          <p:nvPr/>
        </p:nvPicPr>
        <p:blipFill>
          <a:blip r:embed="rId1"/>
          <a:srcRect l="0" t="7" r="0" b="7"/>
          <a:stretch/>
        </p:blipFill>
        <p:spPr>
          <a:xfrm>
            <a:off x="0" y="1440"/>
            <a:ext cx="12202200" cy="68601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PlaceHolder 1"/>
          <p:cNvSpPr>
            <a:spLocks noGrp="1"/>
          </p:cNvSpPr>
          <p:nvPr>
            <p:ph/>
          </p:nvPr>
        </p:nvSpPr>
        <p:spPr>
          <a:xfrm>
            <a:off x="1108440" y="1211400"/>
            <a:ext cx="9964800" cy="4944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228600" indent="-228600" algn="ctr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pt-BR" sz="4800" b="0" u="none" strike="noStrike">
                <a:solidFill>
                  <a:schemeClr val="dk1"/>
                </a:solidFill>
                <a:effectLst/>
                <a:highlight>
                  <a:srgbClr val="FFFFFF"/>
                </a:highlight>
                <a:uFillTx/>
                <a:latin typeface="Aptos"/>
              </a:rPr>
              <a:t>Santo, Santo, Santo Senhor Deus do universo. O céu e a terra proclamam a vossa glória.</a:t>
            </a:r>
            <a:endParaRPr lang="de-DE" sz="4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ctr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de-DE" sz="4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ctr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pt-BR" sz="4800" b="1" u="none" strike="noStrike">
                <a:solidFill>
                  <a:schemeClr val="dk1"/>
                </a:solidFill>
                <a:effectLst/>
                <a:highlight>
                  <a:srgbClr val="FFFFFF"/>
                </a:highlight>
                <a:uFillTx/>
                <a:latin typeface="Aptos"/>
              </a:rPr>
              <a:t>Hosana nas alturas. Hosaana! </a:t>
            </a:r>
            <a:endParaRPr lang="de-DE" sz="4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50" name="CaixaDeTexto 4"/>
          <p:cNvSpPr/>
          <p:nvPr/>
        </p:nvSpPr>
        <p:spPr>
          <a:xfrm>
            <a:off x="240120" y="213480"/>
            <a:ext cx="3038040" cy="52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horzOverflow="overflow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2800" b="1" u="none" strike="noStrike">
                <a:solidFill>
                  <a:srgbClr val="FF0000"/>
                </a:solidFill>
                <a:effectLst/>
                <a:uFillTx/>
                <a:latin typeface="Aptos"/>
              </a:rPr>
              <a:t>Santo</a:t>
            </a:r>
            <a:endParaRPr lang="pt-B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PlaceHolder 1"/>
          <p:cNvSpPr>
            <a:spLocks noGrp="1"/>
          </p:cNvSpPr>
          <p:nvPr>
            <p:ph/>
          </p:nvPr>
        </p:nvSpPr>
        <p:spPr>
          <a:xfrm>
            <a:off x="1108440" y="1211400"/>
            <a:ext cx="9964800" cy="4944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228600" indent="-228600" algn="ctr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pt-BR" sz="4800" b="0" u="none" strike="noStrike">
                <a:solidFill>
                  <a:schemeClr val="dk1"/>
                </a:solidFill>
                <a:effectLst/>
                <a:highlight>
                  <a:srgbClr val="FFFFFF"/>
                </a:highlight>
                <a:uFillTx/>
                <a:latin typeface="Aptos"/>
              </a:rPr>
              <a:t>Bendito aquele que vem em nome do Senhor!</a:t>
            </a:r>
            <a:br>
              <a:rPr sz="4800"/>
            </a:br>
            <a:r>
              <a:rPr lang="pt-BR" sz="4800" b="0" u="none" strike="noStrike">
                <a:solidFill>
                  <a:schemeClr val="dk1"/>
                </a:solidFill>
                <a:effectLst/>
                <a:highlight>
                  <a:srgbClr val="FFFFFF"/>
                </a:highlight>
                <a:uFillTx/>
                <a:latin typeface="Aptos"/>
              </a:rPr>
              <a:t>Bendito aquele que vem em nome do Senhor!</a:t>
            </a:r>
            <a:endParaRPr lang="de-DE" sz="4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ctr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de-DE" sz="4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ctr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pt-BR" sz="4800" b="1" u="none" strike="noStrike">
                <a:solidFill>
                  <a:schemeClr val="dk1"/>
                </a:solidFill>
                <a:effectLst/>
                <a:highlight>
                  <a:srgbClr val="FFFFFF"/>
                </a:highlight>
                <a:uFillTx/>
                <a:latin typeface="Aptos"/>
              </a:rPr>
              <a:t>Hosana nas alturas. Hosaana! </a:t>
            </a:r>
            <a:endParaRPr lang="de-DE" sz="4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52" name="CaixaDeTexto 4"/>
          <p:cNvSpPr/>
          <p:nvPr/>
        </p:nvSpPr>
        <p:spPr>
          <a:xfrm>
            <a:off x="240120" y="213480"/>
            <a:ext cx="3038040" cy="52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horzOverflow="overflow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2800" b="1" u="none" strike="noStrike">
                <a:solidFill>
                  <a:srgbClr val="FF0000"/>
                </a:solidFill>
                <a:effectLst/>
                <a:uFillTx/>
                <a:latin typeface="Aptos"/>
              </a:rPr>
              <a:t>Santo</a:t>
            </a:r>
            <a:endParaRPr lang="pt-B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Rectangle 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440" y="0"/>
            <a:ext cx="12188520" cy="68576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pic>
        <p:nvPicPr>
          <p:cNvPr id="154" name="Espaço Reservado para Conteúdo 4"/>
          <p:cNvPicPr/>
          <p:nvPr/>
        </p:nvPicPr>
        <p:blipFill>
          <a:blip r:embed="rId1"/>
          <a:srcRect l="0" t="7" r="0" b="7"/>
          <a:stretch/>
        </p:blipFill>
        <p:spPr>
          <a:xfrm>
            <a:off x="0" y="1440"/>
            <a:ext cx="12202200" cy="68601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PlaceHolder 1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7200" b="1" u="none" strike="noStrike">
                <a:solidFill>
                  <a:srgbClr val="FF0000"/>
                </a:solidFill>
                <a:effectLst/>
                <a:uFillTx/>
                <a:latin typeface="Aptos"/>
              </a:rPr>
              <a:t>R:</a:t>
            </a:r>
            <a:r>
              <a:rPr lang="pt-BR" sz="72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 </a:t>
            </a:r>
            <a:r>
              <a:rPr lang="pt-BR" sz="7200" b="1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Enviai o vosso Espírito Santo!</a:t>
            </a:r>
            <a:endParaRPr lang="de-DE" sz="7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Rectangle 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440" y="0"/>
            <a:ext cx="12188520" cy="68576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pic>
        <p:nvPicPr>
          <p:cNvPr id="157" name="Espaço Reservado para Conteúdo 4"/>
          <p:cNvPicPr/>
          <p:nvPr/>
        </p:nvPicPr>
        <p:blipFill>
          <a:blip r:embed="rId1"/>
          <a:srcRect l="0" t="7" r="0" b="7"/>
          <a:stretch/>
        </p:blipFill>
        <p:spPr>
          <a:xfrm>
            <a:off x="0" y="1440"/>
            <a:ext cx="12202200" cy="68601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PlaceHolder 1"/>
          <p:cNvSpPr>
            <a:spLocks noGrp="1"/>
          </p:cNvSpPr>
          <p:nvPr>
            <p:ph/>
          </p:nvPr>
        </p:nvSpPr>
        <p:spPr>
          <a:xfrm>
            <a:off x="838080" y="403920"/>
            <a:ext cx="10515240" cy="6125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7200" b="1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{{liturgia.misterio_fe}}</a:t>
            </a:r>
            <a:endParaRPr lang="de-DE" sz="7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Rectangle 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440" y="0"/>
            <a:ext cx="12188520" cy="68576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pic>
        <p:nvPicPr>
          <p:cNvPr id="160" name="Espaço Reservado para Conteúdo 4"/>
          <p:cNvPicPr/>
          <p:nvPr/>
        </p:nvPicPr>
        <p:blipFill>
          <a:blip r:embed="rId1"/>
          <a:srcRect l="0" t="7" r="0" b="7"/>
          <a:stretch/>
        </p:blipFill>
        <p:spPr>
          <a:xfrm>
            <a:off x="0" y="1440"/>
            <a:ext cx="12202200" cy="68601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PlaceHolder 1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7200" b="1" u="none" strike="noStrike">
                <a:solidFill>
                  <a:srgbClr val="FF0000"/>
                </a:solidFill>
                <a:effectLst/>
                <a:uFillTx/>
                <a:latin typeface="Aptos"/>
              </a:rPr>
              <a:t>R:</a:t>
            </a:r>
            <a:r>
              <a:rPr lang="pt-BR" sz="72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 </a:t>
            </a:r>
            <a:r>
              <a:rPr lang="pt-BR" sz="7200" b="1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Aceitai, ó Senhor, a nossa oferta! </a:t>
            </a:r>
            <a:endParaRPr lang="de-DE" sz="7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2" name="Espaço Reservado para Conteúdo 4"/>
          <p:cNvPicPr/>
          <p:nvPr/>
        </p:nvPicPr>
        <p:blipFill>
          <a:blip r:embed="rId1"/>
          <a:srcRect l="0" t="7" r="0" b="7"/>
          <a:stretch/>
        </p:blipFill>
        <p:spPr>
          <a:xfrm>
            <a:off x="0" y="1440"/>
            <a:ext cx="12202200" cy="68601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PlaceHolder 1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7200" b="1" u="none" strike="noStrike">
                <a:solidFill>
                  <a:srgbClr val="FF0000"/>
                </a:solidFill>
                <a:effectLst/>
                <a:uFillTx/>
                <a:latin typeface="Aptos"/>
              </a:rPr>
              <a:t>R:</a:t>
            </a:r>
            <a:r>
              <a:rPr lang="pt-BR" sz="72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 </a:t>
            </a:r>
            <a:r>
              <a:rPr lang="pt-BR" sz="7200" b="1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O Espírito nos una num só corpo! </a:t>
            </a:r>
            <a:endParaRPr lang="de-DE" sz="7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Espaço Reservado para Conteúdo 4"/>
          <p:cNvPicPr/>
          <p:nvPr/>
        </p:nvPicPr>
        <p:blipFill>
          <a:blip r:embed="rId1"/>
          <a:srcRect l="0" t="7" r="0" b="7"/>
          <a:stretch/>
        </p:blipFill>
        <p:spPr>
          <a:xfrm>
            <a:off x="0" y="1440"/>
            <a:ext cx="12202200" cy="68601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PlaceHolder 1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7200" b="1" u="none" strike="noStrike">
                <a:solidFill>
                  <a:srgbClr val="FF0000"/>
                </a:solidFill>
                <a:effectLst/>
                <a:uFillTx/>
                <a:latin typeface="Aptos"/>
              </a:rPr>
              <a:t>R:</a:t>
            </a:r>
            <a:r>
              <a:rPr lang="pt-BR" sz="72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 </a:t>
            </a:r>
            <a:r>
              <a:rPr lang="pt-BR" sz="7200" b="1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Fazei de nós uma perfeita oferenda!</a:t>
            </a:r>
            <a:endParaRPr lang="de-DE" sz="7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6" name="Espaço Reservado para Conteúdo 4"/>
          <p:cNvPicPr/>
          <p:nvPr/>
        </p:nvPicPr>
        <p:blipFill>
          <a:blip r:embed="rId1"/>
          <a:srcRect l="0" t="7" r="0" b="7"/>
          <a:stretch/>
        </p:blipFill>
        <p:spPr>
          <a:xfrm>
            <a:off x="0" y="1440"/>
            <a:ext cx="12202200" cy="68601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PlaceHolder 1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7200" b="1" u="none" strike="noStrike">
                <a:solidFill>
                  <a:srgbClr val="FF0000"/>
                </a:solidFill>
                <a:effectLst/>
                <a:uFillTx/>
                <a:latin typeface="Aptos"/>
              </a:rPr>
              <a:t>R:</a:t>
            </a:r>
            <a:r>
              <a:rPr lang="pt-BR" sz="72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 </a:t>
            </a:r>
            <a:r>
              <a:rPr lang="pt-BR" sz="7200" b="1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Lembrai-vos, ó Pai, da vossa Igreja!</a:t>
            </a:r>
            <a:endParaRPr lang="de-DE" sz="7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8" name="Espaço Reservado para Conteúdo 4"/>
          <p:cNvPicPr/>
          <p:nvPr/>
        </p:nvPicPr>
        <p:blipFill>
          <a:blip r:embed="rId1"/>
          <a:srcRect l="0" t="7" r="0" b="7"/>
          <a:stretch/>
        </p:blipFill>
        <p:spPr>
          <a:xfrm>
            <a:off x="0" y="1440"/>
            <a:ext cx="12202200" cy="68601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PlaceHolder 1"/>
          <p:cNvSpPr>
            <a:spLocks noGrp="1"/>
          </p:cNvSpPr>
          <p:nvPr>
            <p:ph/>
          </p:nvPr>
        </p:nvSpPr>
        <p:spPr>
          <a:xfrm>
            <a:off x="838080" y="1351800"/>
            <a:ext cx="10515240" cy="4825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endParaRPr lang="de-DE" sz="7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7200" b="1" u="none" strike="noStrike">
                <a:solidFill>
                  <a:srgbClr val="FF0000"/>
                </a:solidFill>
                <a:effectLst/>
                <a:uFillTx/>
                <a:latin typeface="Aptos"/>
              </a:rPr>
              <a:t>R:</a:t>
            </a:r>
            <a:r>
              <a:rPr lang="pt-BR" sz="72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 Amém!</a:t>
            </a:r>
            <a:endParaRPr lang="de-DE" sz="7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0" name="Espaço Reservado para Conteúdo 4"/>
          <p:cNvPicPr/>
          <p:nvPr/>
        </p:nvPicPr>
        <p:blipFill>
          <a:blip r:embed="rId1"/>
          <a:srcRect l="0" t="7" r="0" b="7"/>
          <a:stretch/>
        </p:blipFill>
        <p:spPr>
          <a:xfrm>
            <a:off x="0" y="1440"/>
            <a:ext cx="12202200" cy="68601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PlaceHolder 1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7200" b="1" u="none" strike="noStrike">
                <a:solidFill>
                  <a:srgbClr val="FF0000"/>
                </a:solidFill>
                <a:effectLst/>
                <a:uFillTx/>
                <a:latin typeface="Aptos"/>
              </a:rPr>
              <a:t>R:</a:t>
            </a:r>
            <a:r>
              <a:rPr lang="pt-BR" sz="72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 </a:t>
            </a:r>
            <a:r>
              <a:rPr lang="pt-BR" sz="7200" b="1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Vosso é o Reino, o poder e a glória para sempre! </a:t>
            </a:r>
            <a:endParaRPr lang="de-DE" sz="7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PlaceHolder 1"/>
          <p:cNvSpPr>
            <a:spLocks noGrp="1"/>
          </p:cNvSpPr>
          <p:nvPr>
            <p:ph/>
          </p:nvPr>
        </p:nvSpPr>
        <p:spPr>
          <a:xfrm>
            <a:off x="838080" y="1351800"/>
            <a:ext cx="10515240" cy="4825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endParaRPr lang="de-DE" sz="7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7200" b="1" u="none" strike="noStrike">
                <a:solidFill>
                  <a:srgbClr val="FF0000"/>
                </a:solidFill>
                <a:effectLst/>
                <a:uFillTx/>
                <a:latin typeface="Aptos"/>
              </a:rPr>
              <a:t>R:</a:t>
            </a:r>
            <a:r>
              <a:rPr lang="pt-BR" sz="72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 Amém!</a:t>
            </a:r>
            <a:endParaRPr lang="de-DE" sz="7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PlaceHolder 1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7200" b="1" u="none" strike="noStrike">
                <a:solidFill>
                  <a:srgbClr val="FF0000"/>
                </a:solidFill>
                <a:effectLst/>
                <a:uFillTx/>
                <a:latin typeface="Aptos"/>
              </a:rPr>
              <a:t>R:</a:t>
            </a:r>
            <a:r>
              <a:rPr lang="pt-BR" sz="72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 </a:t>
            </a:r>
            <a:r>
              <a:rPr lang="pt-BR" sz="7200" b="1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O amor de Cristo nos uniu!</a:t>
            </a:r>
            <a:endParaRPr lang="de-DE" sz="7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4" name="Espaço Reservado para Conteúdo 4"/>
          <p:cNvPicPr/>
          <p:nvPr/>
        </p:nvPicPr>
        <p:blipFill>
          <a:blip r:embed="rId1"/>
          <a:srcRect l="0" t="7" r="0" b="7"/>
          <a:stretch/>
        </p:blipFill>
        <p:spPr>
          <a:xfrm>
            <a:off x="0" y="1440"/>
            <a:ext cx="12202200" cy="68601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PlaceHolder 1"/>
          <p:cNvSpPr>
            <a:spLocks noGrp="1"/>
          </p:cNvSpPr>
          <p:nvPr>
            <p:ph/>
          </p:nvPr>
        </p:nvSpPr>
        <p:spPr>
          <a:xfrm>
            <a:off x="1108440" y="1211400"/>
            <a:ext cx="9964800" cy="4944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228600" indent="-228600" algn="ctr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pt-BR" sz="4800" b="1" u="none" strike="noStrike">
                <a:solidFill>
                  <a:schemeClr val="dk1"/>
                </a:solidFill>
                <a:effectLst/>
                <a:highlight>
                  <a:srgbClr val="FFFFFF"/>
                </a:highlight>
                <a:uFillTx/>
                <a:latin typeface="Aptos"/>
              </a:rPr>
              <a:t>Cordeiro de Deus, que tirais o pecado do mundo</a:t>
            </a:r>
            <a:br>
              <a:rPr sz="4800"/>
            </a:br>
            <a:r>
              <a:rPr lang="pt-BR" sz="4800" b="1" u="none" strike="noStrike">
                <a:solidFill>
                  <a:schemeClr val="dk1"/>
                </a:solidFill>
                <a:effectLst/>
                <a:highlight>
                  <a:srgbClr val="FFFFFF"/>
                </a:highlight>
                <a:uFillTx/>
                <a:latin typeface="Aptos"/>
              </a:rPr>
              <a:t>tende piedade de nós. (2x)</a:t>
            </a:r>
            <a:br>
              <a:rPr sz="4800"/>
            </a:br>
            <a:br>
              <a:rPr sz="4800"/>
            </a:br>
            <a:r>
              <a:rPr lang="pt-BR" sz="4800" b="1" u="none" strike="noStrike">
                <a:solidFill>
                  <a:schemeClr val="dk1"/>
                </a:solidFill>
                <a:effectLst/>
                <a:highlight>
                  <a:srgbClr val="FFFFFF"/>
                </a:highlight>
                <a:uFillTx/>
                <a:latin typeface="Aptos"/>
              </a:rPr>
              <a:t>Cordeiro de Deus, que tirais o pecado do mundo dai-nos a Paz.</a:t>
            </a:r>
            <a:endParaRPr lang="de-DE" sz="4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76" name="CaixaDeTexto 4"/>
          <p:cNvSpPr/>
          <p:nvPr/>
        </p:nvSpPr>
        <p:spPr>
          <a:xfrm>
            <a:off x="240120" y="213480"/>
            <a:ext cx="3038040" cy="52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horzOverflow="overflow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2800" b="1" u="none" strike="noStrike">
                <a:solidFill>
                  <a:srgbClr val="FF0000"/>
                </a:solidFill>
                <a:effectLst/>
                <a:uFillTx/>
                <a:latin typeface="Aptos"/>
              </a:rPr>
              <a:t>Cordeiro</a:t>
            </a:r>
            <a:endParaRPr lang="pt-B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PlaceHolder 1"/>
          <p:cNvSpPr>
            <a:spLocks noGrp="1"/>
          </p:cNvSpPr>
          <p:nvPr>
            <p:ph/>
          </p:nvPr>
        </p:nvSpPr>
        <p:spPr>
          <a:xfrm>
            <a:off x="838080" y="403920"/>
            <a:ext cx="10515240" cy="6125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7200" b="1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Senhor, eu não sou digno(a) de que entreis em minha morada, mas dizei uma palavra e serei salvo(a)!</a:t>
            </a:r>
            <a:endParaRPr lang="de-DE" sz="7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Rectangle 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440" y="0"/>
            <a:ext cx="12188520" cy="68576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pic>
        <p:nvPicPr>
          <p:cNvPr id="179" name="Espaço Reservado para Conteúdo 4"/>
          <p:cNvPicPr/>
          <p:nvPr/>
        </p:nvPicPr>
        <p:blipFill>
          <a:blip r:embed="rId1"/>
          <a:srcRect l="0" t="7" r="0" b="7"/>
          <a:stretch/>
        </p:blipFill>
        <p:spPr>
          <a:xfrm>
            <a:off x="0" y="1440"/>
            <a:ext cx="12202200" cy="68601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Rectangle 2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440" y="0"/>
            <a:ext cx="12188520" cy="68576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pic>
        <p:nvPicPr>
          <p:cNvPr id="71" name="Imagem 3"/>
          <p:cNvPicPr/>
          <p:nvPr/>
        </p:nvPicPr>
        <p:blipFill>
          <a:blip r:embed="rId2"/>
          <a:srcRect l="0" t="10428" r="0" b="10428"/>
          <a:stretch/>
        </p:blipFill>
        <p:spPr>
          <a:xfrm>
            <a:off x="0" y="1440"/>
            <a:ext cx="12191760" cy="6856200"/>
          </a:xfrm>
          <a:prstGeom prst="rect">
            <a:avLst/>
          </a:prstGeom>
          <a:noFill/>
          <a:ln w="0">
            <a:noFill/>
          </a:ln>
        </p:spPr>
      </p:pic>
    </p:spTree>
  </p:cSld>
  <mc:AlternateContent xmlns:mc="http://schemas.openxmlformats.org/markup-compatibility/2006" xmlns:p14="http://schemas.microsoft.com/office/powerpoint/2010/main">
    <mc:Choice Requires="p14">
      <p:transition spd="slow" p14:dur="2000"/>
    </mc:Choice>
    <mc:Fallback>
      <p:transition spd="slow"/>
    </mc:Fallback>
  </mc:AlternateContent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PlaceHolder 1"/>
          <p:cNvSpPr>
            <a:spLocks noGrp="1"/>
          </p:cNvSpPr>
          <p:nvPr>
            <p:ph/>
          </p:nvPr>
        </p:nvSpPr>
        <p:spPr>
          <a:xfrm>
            <a:off x="114480" y="1047600"/>
            <a:ext cx="11944080" cy="5627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228600" indent="-228600" algn="l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pt-BR" sz="42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{{canto.texto}}</a:t>
            </a:r>
            <a:endParaRPr lang="de-DE" sz="4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34" name="CaixaDeTexto 4"/>
          <p:cNvSpPr/>
          <p:nvPr/>
        </p:nvSpPr>
        <p:spPr>
          <a:xfrm>
            <a:off x="240120" y="213480"/>
            <a:ext cx="3038040" cy="52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horzOverflow="overflow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2800" b="1" u="none" strike="noStrike">
                <a:solidFill>
                  <a:srgbClr val="FF0000"/>
                </a:solidFill>
                <a:effectLst/>
                <a:uFillTx/>
                <a:latin typeface="Aptos"/>
              </a:rPr>
              <a:t>{{canto.rotulo}}</a:t>
            </a:r>
            <a:endParaRPr lang="pt-B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slow" p14:dur="2000"/>
    </mc:Choice>
    <mc:Fallback>
      <p:transition spd="slow"/>
    </mc:Fallback>
  </mc:AlternateContent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Rectangle 2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440" y="0"/>
            <a:ext cx="12188520" cy="68576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pic>
        <p:nvPicPr>
          <p:cNvPr id="71" name="Imagem 3"/>
          <p:cNvPicPr/>
          <p:nvPr/>
        </p:nvPicPr>
        <p:blipFill>
          <a:blip r:embed="rId2"/>
          <a:srcRect l="0" t="10428" r="0" b="10428"/>
          <a:stretch/>
        </p:blipFill>
        <p:spPr>
          <a:xfrm>
            <a:off x="0" y="1440"/>
            <a:ext cx="12191760" cy="6856200"/>
          </a:xfrm>
          <a:prstGeom prst="rect">
            <a:avLst/>
          </a:prstGeom>
          <a:noFill/>
          <a:ln w="0">
            <a:noFill/>
          </a:ln>
        </p:spPr>
      </p:pic>
    </p:spTree>
  </p:cSld>
  <mc:AlternateContent xmlns:mc="http://schemas.openxmlformats.org/markup-compatibility/2006" xmlns:p14="http://schemas.microsoft.com/office/powerpoint/2010/main">
    <mc:Choice Requires="p14">
      <p:transition spd="slow" p14:dur="2000"/>
    </mc:Choice>
    <mc:Fallback>
      <p:transition spd="slow"/>
    </mc:Fallback>
  </mc:AlternateContent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PlaceHolder 1"/>
          <p:cNvSpPr>
            <a:spLocks noGrp="1"/>
          </p:cNvSpPr>
          <p:nvPr>
            <p:ph/>
          </p:nvPr>
        </p:nvSpPr>
        <p:spPr>
          <a:xfrm>
            <a:off x="114480" y="1047600"/>
            <a:ext cx="11944080" cy="5627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228600" indent="-228600" algn="l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pt-BR" sz="42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{{canto.texto}}</a:t>
            </a:r>
            <a:endParaRPr lang="de-DE" sz="4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34" name="CaixaDeTexto 4"/>
          <p:cNvSpPr/>
          <p:nvPr/>
        </p:nvSpPr>
        <p:spPr>
          <a:xfrm>
            <a:off x="240120" y="213480"/>
            <a:ext cx="3038040" cy="52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horzOverflow="overflow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2800" b="1" u="none" strike="noStrike">
                <a:solidFill>
                  <a:srgbClr val="FF0000"/>
                </a:solidFill>
                <a:effectLst/>
                <a:uFillTx/>
                <a:latin typeface="Aptos"/>
              </a:rPr>
              <a:t>{{canto.rotulo}}</a:t>
            </a:r>
            <a:endParaRPr lang="pt-B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slow" p14:dur="2000"/>
    </mc:Choice>
    <mc:Fallback>
      <p:transition spd="slow"/>
    </mc:Fallback>
  </mc:AlternateContent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Rectangle 2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440" y="0"/>
            <a:ext cx="12188520" cy="68576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pic>
        <p:nvPicPr>
          <p:cNvPr id="71" name="Imagem 3"/>
          <p:cNvPicPr/>
          <p:nvPr/>
        </p:nvPicPr>
        <p:blipFill>
          <a:blip r:embed="rId2"/>
          <a:srcRect l="0" t="10428" r="0" b="10428"/>
          <a:stretch/>
        </p:blipFill>
        <p:spPr>
          <a:xfrm>
            <a:off x="0" y="1440"/>
            <a:ext cx="12191760" cy="6856200"/>
          </a:xfrm>
          <a:prstGeom prst="rect">
            <a:avLst/>
          </a:prstGeom>
          <a:noFill/>
          <a:ln w="0">
            <a:noFill/>
          </a:ln>
        </p:spPr>
      </p:pic>
    </p:spTree>
  </p:cSld>
  <mc:AlternateContent xmlns:mc="http://schemas.openxmlformats.org/markup-compatibility/2006" xmlns:p14="http://schemas.microsoft.com/office/powerpoint/2010/main">
    <mc:Choice Requires="p14">
      <p:transition spd="slow" p14:dur="2000"/>
    </mc:Choice>
    <mc:Fallback>
      <p:transition spd="slow"/>
    </mc:Fallback>
  </mc:AlternateContent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PlaceHolder 1"/>
          <p:cNvSpPr>
            <a:spLocks noGrp="1"/>
          </p:cNvSpPr>
          <p:nvPr>
            <p:ph/>
          </p:nvPr>
        </p:nvSpPr>
        <p:spPr>
          <a:xfrm>
            <a:off x="114480" y="1047600"/>
            <a:ext cx="11944080" cy="5627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228600" indent="-228600" algn="l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pt-BR" sz="42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{{canto.texto}}</a:t>
            </a:r>
            <a:endParaRPr lang="de-DE" sz="4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34" name="CaixaDeTexto 4"/>
          <p:cNvSpPr/>
          <p:nvPr/>
        </p:nvSpPr>
        <p:spPr>
          <a:xfrm>
            <a:off x="240120" y="213480"/>
            <a:ext cx="3038040" cy="52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horzOverflow="overflow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2800" b="1" u="none" strike="noStrike">
                <a:solidFill>
                  <a:srgbClr val="FF0000"/>
                </a:solidFill>
                <a:effectLst/>
                <a:uFillTx/>
                <a:latin typeface="Aptos"/>
              </a:rPr>
              <a:t>{{canto.rotulo}}</a:t>
            </a:r>
            <a:endParaRPr lang="pt-B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slow" p14:dur="2000"/>
    </mc:Choice>
    <mc:Fallback>
      <p:transition spd="slow"/>
    </mc:Fallback>
  </mc:AlternateContent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Rectangle 2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440" y="0"/>
            <a:ext cx="12188520" cy="68576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pic>
        <p:nvPicPr>
          <p:cNvPr id="181" name="Imagem 3"/>
          <p:cNvPicPr/>
          <p:nvPr/>
        </p:nvPicPr>
        <p:blipFill>
          <a:blip r:embed="rId1"/>
          <a:srcRect l="0" t="10428" r="0" b="10428"/>
          <a:stretch/>
        </p:blipFill>
        <p:spPr>
          <a:xfrm>
            <a:off x="0" y="1440"/>
            <a:ext cx="12191760" cy="68562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Tema do Offic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Escritório">
      <a:majorFont>
        <a:latin typeface="Aptos Display" panose="020F0302020204030204" pitchFamily="0" charset="1"/>
        <a:ea typeface=""/>
        <a:cs typeface=""/>
      </a:majorFont>
      <a:minorFont>
        <a:latin typeface="Aptos" panose="020B000402020202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226</TotalTime>
  <Application>LibreOffice/26.2.5.2$Linux_X86_64 LibreOffice_project/620$Build-2</Application>
  <AppVersion>15.0000</AppVersion>
  <Words>984</Words>
  <Paragraphs>157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2026-01-25T19:41:48Z</dcterms:created>
  <dc:creator/>
  <dc:description/>
  <dc:language>pt-BR</dc:language>
  <cp:lastModifiedBy/>
  <dcterms:modified xsi:type="dcterms:W3CDTF">2026-09-26T22:11:44Z</dcterms:modified>
  <cp:revision>801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Widescreen</vt:lpwstr>
  </property>
  <property fmtid="{D5CDD505-2E9C-101B-9397-08002B2CF9AE}" pid="3" name="Slides">
    <vt:i4>72</vt:i4>
  </property>
</Properties>
</file>